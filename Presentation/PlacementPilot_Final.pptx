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75" r:id="rId9"/>
    <p:sldId id="264" r:id="rId10"/>
    <p:sldId id="269" r:id="rId11"/>
    <p:sldId id="276" r:id="rId12"/>
    <p:sldId id="277" r:id="rId13"/>
    <p:sldId id="278" r:id="rId14"/>
    <p:sldId id="279" r:id="rId15"/>
    <p:sldId id="280" r:id="rId16"/>
    <p:sldId id="281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66FF33"/>
    <a:srgbClr val="00FF99"/>
    <a:srgbClr val="0466C8"/>
    <a:srgbClr val="6219B3"/>
    <a:srgbClr val="028090"/>
    <a:srgbClr val="0D1B2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977384-39DC-44E6-A5FE-8ED72FDE4250}" type="doc">
      <dgm:prSet loTypeId="urn:microsoft.com/office/officeart/2005/8/layout/process2" loCatId="process" qsTypeId="urn:microsoft.com/office/officeart/2005/8/quickstyle/simple1" qsCatId="simple" csTypeId="urn:microsoft.com/office/officeart/2005/8/colors/accent0_3" csCatId="mainScheme" phldr="1"/>
      <dgm:spPr/>
    </dgm:pt>
    <dgm:pt modelId="{DD308B2D-A94A-4E60-A703-01C7A0707E81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Aptos Display (Headings)"/>
            </a:rPr>
            <a:t>Enter Details</a:t>
          </a:r>
        </a:p>
      </dgm:t>
    </dgm:pt>
    <dgm:pt modelId="{942D899B-279B-414E-A03D-BEB0B63B84B5}" type="parTrans" cxnId="{3A20D217-A61D-4EDF-9C16-C0C54297D75D}">
      <dgm:prSet/>
      <dgm:spPr/>
      <dgm:t>
        <a:bodyPr/>
        <a:lstStyle/>
        <a:p>
          <a:endParaRPr lang="en-IN"/>
        </a:p>
      </dgm:t>
    </dgm:pt>
    <dgm:pt modelId="{417DB0E1-6E75-4CF1-8FC4-B489B54DCF88}" type="sibTrans" cxnId="{3A20D217-A61D-4EDF-9C16-C0C54297D75D}">
      <dgm:prSet/>
      <dgm:spPr/>
      <dgm:t>
        <a:bodyPr/>
        <a:lstStyle/>
        <a:p>
          <a:endParaRPr lang="en-IN"/>
        </a:p>
      </dgm:t>
    </dgm:pt>
    <dgm:pt modelId="{40AAE971-26A0-48C8-BD3D-A905B9981E8F}">
      <dgm:prSet phldrT="[Text]"/>
      <dgm:spPr/>
      <dgm:t>
        <a:bodyPr/>
        <a:lstStyle/>
        <a:p>
          <a:pPr>
            <a:buNone/>
          </a:pPr>
          <a:r>
            <a:rPr lang="en-IN" dirty="0" err="1">
              <a:latin typeface="Aptos Display (Headings)"/>
            </a:rPr>
            <a:t>Analyze</a:t>
          </a:r>
          <a:r>
            <a:rPr lang="en-IN" dirty="0">
              <a:latin typeface="Aptos Display (Headings)"/>
            </a:rPr>
            <a:t> Profile</a:t>
          </a:r>
        </a:p>
      </dgm:t>
    </dgm:pt>
    <dgm:pt modelId="{3528E783-7BCD-40CA-B359-E980798BCAB7}" type="parTrans" cxnId="{C161755B-E276-4A2F-B1F7-DBF4DE53EACB}">
      <dgm:prSet/>
      <dgm:spPr/>
      <dgm:t>
        <a:bodyPr/>
        <a:lstStyle/>
        <a:p>
          <a:endParaRPr lang="en-IN"/>
        </a:p>
      </dgm:t>
    </dgm:pt>
    <dgm:pt modelId="{1DE967D0-3FF4-4274-BCDF-E3557226CD33}" type="sibTrans" cxnId="{C161755B-E276-4A2F-B1F7-DBF4DE53EACB}">
      <dgm:prSet/>
      <dgm:spPr/>
      <dgm:t>
        <a:bodyPr/>
        <a:lstStyle/>
        <a:p>
          <a:endParaRPr lang="en-IN"/>
        </a:p>
      </dgm:t>
    </dgm:pt>
    <dgm:pt modelId="{2A8F5CBA-5335-4011-82F5-6040B7EB5594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Aptos Display (Headings)"/>
            </a:rPr>
            <a:t>Apply Criteria</a:t>
          </a:r>
        </a:p>
      </dgm:t>
    </dgm:pt>
    <dgm:pt modelId="{54A39131-633E-4A16-93EC-EF174DAB40BE}" type="parTrans" cxnId="{B5A85FAC-5C7B-4D84-90DA-30DE19FB3D9D}">
      <dgm:prSet/>
      <dgm:spPr/>
      <dgm:t>
        <a:bodyPr/>
        <a:lstStyle/>
        <a:p>
          <a:endParaRPr lang="en-IN"/>
        </a:p>
      </dgm:t>
    </dgm:pt>
    <dgm:pt modelId="{1CA3925E-2E47-418F-BE45-DEBB9F3B6B67}" type="sibTrans" cxnId="{B5A85FAC-5C7B-4D84-90DA-30DE19FB3D9D}">
      <dgm:prSet/>
      <dgm:spPr/>
      <dgm:t>
        <a:bodyPr/>
        <a:lstStyle/>
        <a:p>
          <a:endParaRPr lang="en-IN"/>
        </a:p>
      </dgm:t>
    </dgm:pt>
    <dgm:pt modelId="{CD235AF1-8B3B-493B-BEC3-91F204483D77}">
      <dgm:prSet phldrT="[Text]" phldr="0"/>
      <dgm:spPr/>
      <dgm:t>
        <a:bodyPr/>
        <a:lstStyle/>
        <a:p>
          <a:pPr>
            <a:buNone/>
          </a:pPr>
          <a:r>
            <a:rPr lang="en-IN" dirty="0">
              <a:latin typeface="Aptos Display (Headings)"/>
            </a:rPr>
            <a:t>Match Companies</a:t>
          </a:r>
        </a:p>
      </dgm:t>
    </dgm:pt>
    <dgm:pt modelId="{89CC87AF-49C1-4F2A-B14E-193EE5DC55BF}" type="parTrans" cxnId="{51138A85-38B2-431F-BDEF-137C511B454A}">
      <dgm:prSet/>
      <dgm:spPr/>
      <dgm:t>
        <a:bodyPr/>
        <a:lstStyle/>
        <a:p>
          <a:endParaRPr lang="en-IN"/>
        </a:p>
      </dgm:t>
    </dgm:pt>
    <dgm:pt modelId="{3F4F0330-0D99-494D-8731-9BC4E7C7C526}" type="sibTrans" cxnId="{51138A85-38B2-431F-BDEF-137C511B454A}">
      <dgm:prSet/>
      <dgm:spPr/>
      <dgm:t>
        <a:bodyPr/>
        <a:lstStyle/>
        <a:p>
          <a:endParaRPr lang="en-IN"/>
        </a:p>
      </dgm:t>
    </dgm:pt>
    <dgm:pt modelId="{A9AE8E8E-B0CB-49A9-ABBD-D860063325CB}">
      <dgm:prSet phldrT="[Text]" phldr="0"/>
      <dgm:spPr/>
      <dgm:t>
        <a:bodyPr/>
        <a:lstStyle/>
        <a:p>
          <a:pPr>
            <a:buNone/>
          </a:pPr>
          <a:r>
            <a:rPr lang="en-IN" dirty="0">
              <a:latin typeface="Aptos Display (Headings)"/>
            </a:rPr>
            <a:t>Show Results</a:t>
          </a:r>
        </a:p>
      </dgm:t>
    </dgm:pt>
    <dgm:pt modelId="{EFAE8DA9-E95E-44C6-8E86-5691F239DA49}" type="parTrans" cxnId="{26738969-AA56-4BF8-A2DD-4D37FC7D915D}">
      <dgm:prSet/>
      <dgm:spPr/>
      <dgm:t>
        <a:bodyPr/>
        <a:lstStyle/>
        <a:p>
          <a:endParaRPr lang="en-IN"/>
        </a:p>
      </dgm:t>
    </dgm:pt>
    <dgm:pt modelId="{A119F5BC-13F0-4113-A9D3-B4D86F389E87}" type="sibTrans" cxnId="{26738969-AA56-4BF8-A2DD-4D37FC7D915D}">
      <dgm:prSet/>
      <dgm:spPr/>
      <dgm:t>
        <a:bodyPr/>
        <a:lstStyle/>
        <a:p>
          <a:endParaRPr lang="en-IN"/>
        </a:p>
      </dgm:t>
    </dgm:pt>
    <dgm:pt modelId="{C92FAFBD-96D0-4CDF-815F-0F6048BE6FC9}" type="pres">
      <dgm:prSet presAssocID="{C4977384-39DC-44E6-A5FE-8ED72FDE4250}" presName="linearFlow" presStyleCnt="0">
        <dgm:presLayoutVars>
          <dgm:resizeHandles val="exact"/>
        </dgm:presLayoutVars>
      </dgm:prSet>
      <dgm:spPr/>
    </dgm:pt>
    <dgm:pt modelId="{E2D96DD4-8AAA-4988-A1F3-CC5FC5B1B5C9}" type="pres">
      <dgm:prSet presAssocID="{DD308B2D-A94A-4E60-A703-01C7A0707E81}" presName="node" presStyleLbl="node1" presStyleIdx="0" presStyleCnt="5">
        <dgm:presLayoutVars>
          <dgm:bulletEnabled val="1"/>
        </dgm:presLayoutVars>
      </dgm:prSet>
      <dgm:spPr/>
    </dgm:pt>
    <dgm:pt modelId="{4250E04B-5FF6-42A2-ADE1-2828D024047D}" type="pres">
      <dgm:prSet presAssocID="{417DB0E1-6E75-4CF1-8FC4-B489B54DCF88}" presName="sibTrans" presStyleLbl="sibTrans2D1" presStyleIdx="0" presStyleCnt="4"/>
      <dgm:spPr/>
    </dgm:pt>
    <dgm:pt modelId="{478611E3-B3EA-49B4-A356-4EA4733B2914}" type="pres">
      <dgm:prSet presAssocID="{417DB0E1-6E75-4CF1-8FC4-B489B54DCF88}" presName="connectorText" presStyleLbl="sibTrans2D1" presStyleIdx="0" presStyleCnt="4"/>
      <dgm:spPr/>
    </dgm:pt>
    <dgm:pt modelId="{EDED15BF-B3E9-4D25-AD75-46B38C9BB8E5}" type="pres">
      <dgm:prSet presAssocID="{40AAE971-26A0-48C8-BD3D-A905B9981E8F}" presName="node" presStyleLbl="node1" presStyleIdx="1" presStyleCnt="5">
        <dgm:presLayoutVars>
          <dgm:bulletEnabled val="1"/>
        </dgm:presLayoutVars>
      </dgm:prSet>
      <dgm:spPr/>
    </dgm:pt>
    <dgm:pt modelId="{23BF8215-C622-4B35-908F-D20FD1617DF3}" type="pres">
      <dgm:prSet presAssocID="{1DE967D0-3FF4-4274-BCDF-E3557226CD33}" presName="sibTrans" presStyleLbl="sibTrans2D1" presStyleIdx="1" presStyleCnt="4"/>
      <dgm:spPr/>
    </dgm:pt>
    <dgm:pt modelId="{28914876-3B78-4B68-A51C-CF322119ADFB}" type="pres">
      <dgm:prSet presAssocID="{1DE967D0-3FF4-4274-BCDF-E3557226CD33}" presName="connectorText" presStyleLbl="sibTrans2D1" presStyleIdx="1" presStyleCnt="4"/>
      <dgm:spPr/>
    </dgm:pt>
    <dgm:pt modelId="{5E19F27A-8902-4B47-827C-96E98E8891C4}" type="pres">
      <dgm:prSet presAssocID="{2A8F5CBA-5335-4011-82F5-6040B7EB5594}" presName="node" presStyleLbl="node1" presStyleIdx="2" presStyleCnt="5">
        <dgm:presLayoutVars>
          <dgm:bulletEnabled val="1"/>
        </dgm:presLayoutVars>
      </dgm:prSet>
      <dgm:spPr/>
    </dgm:pt>
    <dgm:pt modelId="{9DF4F936-92AE-4ABA-B120-03D0C99A202A}" type="pres">
      <dgm:prSet presAssocID="{1CA3925E-2E47-418F-BE45-DEBB9F3B6B67}" presName="sibTrans" presStyleLbl="sibTrans2D1" presStyleIdx="2" presStyleCnt="4"/>
      <dgm:spPr/>
    </dgm:pt>
    <dgm:pt modelId="{DDA9DE9D-6942-4BDF-A37C-6385E592E8FB}" type="pres">
      <dgm:prSet presAssocID="{1CA3925E-2E47-418F-BE45-DEBB9F3B6B67}" presName="connectorText" presStyleLbl="sibTrans2D1" presStyleIdx="2" presStyleCnt="4"/>
      <dgm:spPr/>
    </dgm:pt>
    <dgm:pt modelId="{C5B14339-EFC4-4EFD-A65B-E32088F57DB0}" type="pres">
      <dgm:prSet presAssocID="{CD235AF1-8B3B-493B-BEC3-91F204483D77}" presName="node" presStyleLbl="node1" presStyleIdx="3" presStyleCnt="5">
        <dgm:presLayoutVars>
          <dgm:bulletEnabled val="1"/>
        </dgm:presLayoutVars>
      </dgm:prSet>
      <dgm:spPr/>
    </dgm:pt>
    <dgm:pt modelId="{84AB1B58-9E41-4559-92F9-33AB8F38DE9D}" type="pres">
      <dgm:prSet presAssocID="{3F4F0330-0D99-494D-8731-9BC4E7C7C526}" presName="sibTrans" presStyleLbl="sibTrans2D1" presStyleIdx="3" presStyleCnt="4"/>
      <dgm:spPr/>
    </dgm:pt>
    <dgm:pt modelId="{58E57006-7926-4776-8D83-ED15E1A3EDFD}" type="pres">
      <dgm:prSet presAssocID="{3F4F0330-0D99-494D-8731-9BC4E7C7C526}" presName="connectorText" presStyleLbl="sibTrans2D1" presStyleIdx="3" presStyleCnt="4"/>
      <dgm:spPr/>
    </dgm:pt>
    <dgm:pt modelId="{6DF11516-1B48-4FC5-9AAA-0AF6098EB9F6}" type="pres">
      <dgm:prSet presAssocID="{A9AE8E8E-B0CB-49A9-ABBD-D860063325CB}" presName="node" presStyleLbl="node1" presStyleIdx="4" presStyleCnt="5">
        <dgm:presLayoutVars>
          <dgm:bulletEnabled val="1"/>
        </dgm:presLayoutVars>
      </dgm:prSet>
      <dgm:spPr/>
    </dgm:pt>
  </dgm:ptLst>
  <dgm:cxnLst>
    <dgm:cxn modelId="{CC301401-38EE-446E-B8D9-8783BA95AA3B}" type="presOf" srcId="{DD308B2D-A94A-4E60-A703-01C7A0707E81}" destId="{E2D96DD4-8AAA-4988-A1F3-CC5FC5B1B5C9}" srcOrd="0" destOrd="0" presId="urn:microsoft.com/office/officeart/2005/8/layout/process2"/>
    <dgm:cxn modelId="{76ABEC12-8EDF-4FA6-96E2-3DB39669B473}" type="presOf" srcId="{2A8F5CBA-5335-4011-82F5-6040B7EB5594}" destId="{5E19F27A-8902-4B47-827C-96E98E8891C4}" srcOrd="0" destOrd="0" presId="urn:microsoft.com/office/officeart/2005/8/layout/process2"/>
    <dgm:cxn modelId="{4DD10617-D1F9-4F58-9484-9660D9EE1CAA}" type="presOf" srcId="{1CA3925E-2E47-418F-BE45-DEBB9F3B6B67}" destId="{9DF4F936-92AE-4ABA-B120-03D0C99A202A}" srcOrd="0" destOrd="0" presId="urn:microsoft.com/office/officeart/2005/8/layout/process2"/>
    <dgm:cxn modelId="{3A20D217-A61D-4EDF-9C16-C0C54297D75D}" srcId="{C4977384-39DC-44E6-A5FE-8ED72FDE4250}" destId="{DD308B2D-A94A-4E60-A703-01C7A0707E81}" srcOrd="0" destOrd="0" parTransId="{942D899B-279B-414E-A03D-BEB0B63B84B5}" sibTransId="{417DB0E1-6E75-4CF1-8FC4-B489B54DCF88}"/>
    <dgm:cxn modelId="{C161755B-E276-4A2F-B1F7-DBF4DE53EACB}" srcId="{C4977384-39DC-44E6-A5FE-8ED72FDE4250}" destId="{40AAE971-26A0-48C8-BD3D-A905B9981E8F}" srcOrd="1" destOrd="0" parTransId="{3528E783-7BCD-40CA-B359-E980798BCAB7}" sibTransId="{1DE967D0-3FF4-4274-BCDF-E3557226CD33}"/>
    <dgm:cxn modelId="{6CD10C46-0BA1-42B2-911D-CC528E117A93}" type="presOf" srcId="{417DB0E1-6E75-4CF1-8FC4-B489B54DCF88}" destId="{478611E3-B3EA-49B4-A356-4EA4733B2914}" srcOrd="1" destOrd="0" presId="urn:microsoft.com/office/officeart/2005/8/layout/process2"/>
    <dgm:cxn modelId="{26738969-AA56-4BF8-A2DD-4D37FC7D915D}" srcId="{C4977384-39DC-44E6-A5FE-8ED72FDE4250}" destId="{A9AE8E8E-B0CB-49A9-ABBD-D860063325CB}" srcOrd="4" destOrd="0" parTransId="{EFAE8DA9-E95E-44C6-8E86-5691F239DA49}" sibTransId="{A119F5BC-13F0-4113-A9D3-B4D86F389E87}"/>
    <dgm:cxn modelId="{6DAB9052-60D7-4E33-A3CB-CEFBBE1DF9F7}" type="presOf" srcId="{A9AE8E8E-B0CB-49A9-ABBD-D860063325CB}" destId="{6DF11516-1B48-4FC5-9AAA-0AF6098EB9F6}" srcOrd="0" destOrd="0" presId="urn:microsoft.com/office/officeart/2005/8/layout/process2"/>
    <dgm:cxn modelId="{9F185A76-2332-42B5-8280-0437C6E5BBD3}" type="presOf" srcId="{40AAE971-26A0-48C8-BD3D-A905B9981E8F}" destId="{EDED15BF-B3E9-4D25-AD75-46B38C9BB8E5}" srcOrd="0" destOrd="0" presId="urn:microsoft.com/office/officeart/2005/8/layout/process2"/>
    <dgm:cxn modelId="{51138A85-38B2-431F-BDEF-137C511B454A}" srcId="{C4977384-39DC-44E6-A5FE-8ED72FDE4250}" destId="{CD235AF1-8B3B-493B-BEC3-91F204483D77}" srcOrd="3" destOrd="0" parTransId="{89CC87AF-49C1-4F2A-B14E-193EE5DC55BF}" sibTransId="{3F4F0330-0D99-494D-8731-9BC4E7C7C526}"/>
    <dgm:cxn modelId="{58834F8D-9B2F-421B-8C1A-4D44A228D242}" type="presOf" srcId="{3F4F0330-0D99-494D-8731-9BC4E7C7C526}" destId="{58E57006-7926-4776-8D83-ED15E1A3EDFD}" srcOrd="1" destOrd="0" presId="urn:microsoft.com/office/officeart/2005/8/layout/process2"/>
    <dgm:cxn modelId="{A7755D99-684F-495B-A563-06F3C60DB406}" type="presOf" srcId="{417DB0E1-6E75-4CF1-8FC4-B489B54DCF88}" destId="{4250E04B-5FF6-42A2-ADE1-2828D024047D}" srcOrd="0" destOrd="0" presId="urn:microsoft.com/office/officeart/2005/8/layout/process2"/>
    <dgm:cxn modelId="{0035179A-D432-4277-8838-A6AF44834481}" type="presOf" srcId="{C4977384-39DC-44E6-A5FE-8ED72FDE4250}" destId="{C92FAFBD-96D0-4CDF-815F-0F6048BE6FC9}" srcOrd="0" destOrd="0" presId="urn:microsoft.com/office/officeart/2005/8/layout/process2"/>
    <dgm:cxn modelId="{B5A85FAC-5C7B-4D84-90DA-30DE19FB3D9D}" srcId="{C4977384-39DC-44E6-A5FE-8ED72FDE4250}" destId="{2A8F5CBA-5335-4011-82F5-6040B7EB5594}" srcOrd="2" destOrd="0" parTransId="{54A39131-633E-4A16-93EC-EF174DAB40BE}" sibTransId="{1CA3925E-2E47-418F-BE45-DEBB9F3B6B67}"/>
    <dgm:cxn modelId="{027A23D4-C42A-4BF7-B10C-FF23BB7E6672}" type="presOf" srcId="{CD235AF1-8B3B-493B-BEC3-91F204483D77}" destId="{C5B14339-EFC4-4EFD-A65B-E32088F57DB0}" srcOrd="0" destOrd="0" presId="urn:microsoft.com/office/officeart/2005/8/layout/process2"/>
    <dgm:cxn modelId="{808A44DC-4D64-4C39-8B54-42CDBF90D06F}" type="presOf" srcId="{1DE967D0-3FF4-4274-BCDF-E3557226CD33}" destId="{28914876-3B78-4B68-A51C-CF322119ADFB}" srcOrd="1" destOrd="0" presId="urn:microsoft.com/office/officeart/2005/8/layout/process2"/>
    <dgm:cxn modelId="{B2ADA7E2-5528-48D2-8AB8-4F8BBBB1473C}" type="presOf" srcId="{1DE967D0-3FF4-4274-BCDF-E3557226CD33}" destId="{23BF8215-C622-4B35-908F-D20FD1617DF3}" srcOrd="0" destOrd="0" presId="urn:microsoft.com/office/officeart/2005/8/layout/process2"/>
    <dgm:cxn modelId="{2EE41AED-F776-437B-921F-FA59B9E45B20}" type="presOf" srcId="{1CA3925E-2E47-418F-BE45-DEBB9F3B6B67}" destId="{DDA9DE9D-6942-4BDF-A37C-6385E592E8FB}" srcOrd="1" destOrd="0" presId="urn:microsoft.com/office/officeart/2005/8/layout/process2"/>
    <dgm:cxn modelId="{D60C31F9-3465-4C9F-91D3-D2ADB7D88905}" type="presOf" srcId="{3F4F0330-0D99-494D-8731-9BC4E7C7C526}" destId="{84AB1B58-9E41-4559-92F9-33AB8F38DE9D}" srcOrd="0" destOrd="0" presId="urn:microsoft.com/office/officeart/2005/8/layout/process2"/>
    <dgm:cxn modelId="{8C3B58C4-20C8-43E4-B29A-3F8E0FDD4BAD}" type="presParOf" srcId="{C92FAFBD-96D0-4CDF-815F-0F6048BE6FC9}" destId="{E2D96DD4-8AAA-4988-A1F3-CC5FC5B1B5C9}" srcOrd="0" destOrd="0" presId="urn:microsoft.com/office/officeart/2005/8/layout/process2"/>
    <dgm:cxn modelId="{D2E80DDB-A4DF-4368-933B-124FD5D1BD16}" type="presParOf" srcId="{C92FAFBD-96D0-4CDF-815F-0F6048BE6FC9}" destId="{4250E04B-5FF6-42A2-ADE1-2828D024047D}" srcOrd="1" destOrd="0" presId="urn:microsoft.com/office/officeart/2005/8/layout/process2"/>
    <dgm:cxn modelId="{AE6F96B1-6E80-4516-A4BE-7215AD2D0AE5}" type="presParOf" srcId="{4250E04B-5FF6-42A2-ADE1-2828D024047D}" destId="{478611E3-B3EA-49B4-A356-4EA4733B2914}" srcOrd="0" destOrd="0" presId="urn:microsoft.com/office/officeart/2005/8/layout/process2"/>
    <dgm:cxn modelId="{0A666352-AE45-4577-81F2-9390B87C3E73}" type="presParOf" srcId="{C92FAFBD-96D0-4CDF-815F-0F6048BE6FC9}" destId="{EDED15BF-B3E9-4D25-AD75-46B38C9BB8E5}" srcOrd="2" destOrd="0" presId="urn:microsoft.com/office/officeart/2005/8/layout/process2"/>
    <dgm:cxn modelId="{5A0C0989-4FE2-47A2-AD53-E10DABB67674}" type="presParOf" srcId="{C92FAFBD-96D0-4CDF-815F-0F6048BE6FC9}" destId="{23BF8215-C622-4B35-908F-D20FD1617DF3}" srcOrd="3" destOrd="0" presId="urn:microsoft.com/office/officeart/2005/8/layout/process2"/>
    <dgm:cxn modelId="{6D635F13-BDBE-4F50-8373-D85BA8A24439}" type="presParOf" srcId="{23BF8215-C622-4B35-908F-D20FD1617DF3}" destId="{28914876-3B78-4B68-A51C-CF322119ADFB}" srcOrd="0" destOrd="0" presId="urn:microsoft.com/office/officeart/2005/8/layout/process2"/>
    <dgm:cxn modelId="{931288A5-EEA2-41B9-ADB5-C39C0ED61812}" type="presParOf" srcId="{C92FAFBD-96D0-4CDF-815F-0F6048BE6FC9}" destId="{5E19F27A-8902-4B47-827C-96E98E8891C4}" srcOrd="4" destOrd="0" presId="urn:microsoft.com/office/officeart/2005/8/layout/process2"/>
    <dgm:cxn modelId="{FFBAF7C4-A9C9-469C-A908-45552CD3BCF6}" type="presParOf" srcId="{C92FAFBD-96D0-4CDF-815F-0F6048BE6FC9}" destId="{9DF4F936-92AE-4ABA-B120-03D0C99A202A}" srcOrd="5" destOrd="0" presId="urn:microsoft.com/office/officeart/2005/8/layout/process2"/>
    <dgm:cxn modelId="{54DF0FC5-C3D6-417A-9B23-6CE958CF204D}" type="presParOf" srcId="{9DF4F936-92AE-4ABA-B120-03D0C99A202A}" destId="{DDA9DE9D-6942-4BDF-A37C-6385E592E8FB}" srcOrd="0" destOrd="0" presId="urn:microsoft.com/office/officeart/2005/8/layout/process2"/>
    <dgm:cxn modelId="{402DB398-2062-48D0-8D37-BA264C589F2A}" type="presParOf" srcId="{C92FAFBD-96D0-4CDF-815F-0F6048BE6FC9}" destId="{C5B14339-EFC4-4EFD-A65B-E32088F57DB0}" srcOrd="6" destOrd="0" presId="urn:microsoft.com/office/officeart/2005/8/layout/process2"/>
    <dgm:cxn modelId="{A19E9283-5C3E-42C7-BCA7-6D3ABEB34D78}" type="presParOf" srcId="{C92FAFBD-96D0-4CDF-815F-0F6048BE6FC9}" destId="{84AB1B58-9E41-4559-92F9-33AB8F38DE9D}" srcOrd="7" destOrd="0" presId="urn:microsoft.com/office/officeart/2005/8/layout/process2"/>
    <dgm:cxn modelId="{8D33861A-7600-4FFF-90D8-F350F77125CB}" type="presParOf" srcId="{84AB1B58-9E41-4559-92F9-33AB8F38DE9D}" destId="{58E57006-7926-4776-8D83-ED15E1A3EDFD}" srcOrd="0" destOrd="0" presId="urn:microsoft.com/office/officeart/2005/8/layout/process2"/>
    <dgm:cxn modelId="{54354249-F5A7-49A9-A02D-F5502E910BDE}" type="presParOf" srcId="{C92FAFBD-96D0-4CDF-815F-0F6048BE6FC9}" destId="{6DF11516-1B48-4FC5-9AAA-0AF6098EB9F6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38B408-CF4F-4E6C-BF58-2BEE81DD752B}" type="doc">
      <dgm:prSet loTypeId="urn:microsoft.com/office/officeart/2005/8/layout/bProcess3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412C09-9D43-444A-9295-A11123D713FD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Aptos Display (Headings)"/>
            </a:rPr>
            <a:t>Open </a:t>
          </a:r>
          <a:r>
            <a:rPr lang="en-US" dirty="0" err="1">
              <a:latin typeface="Aptos Display (Headings)"/>
            </a:rPr>
            <a:t>PrepTalk</a:t>
          </a:r>
          <a:r>
            <a:rPr lang="en-US" dirty="0">
              <a:latin typeface="Aptos Display (Headings)"/>
            </a:rPr>
            <a:t> and explore chats</a:t>
          </a:r>
          <a:endParaRPr lang="en-IN" dirty="0">
            <a:latin typeface="Aptos Display (Headings)"/>
          </a:endParaRPr>
        </a:p>
      </dgm:t>
    </dgm:pt>
    <dgm:pt modelId="{24E24F88-4B3D-41A0-A0AE-3ACA6CE31345}" type="parTrans" cxnId="{23ABFA7A-43F5-47A5-BB01-79D37E191EAD}">
      <dgm:prSet/>
      <dgm:spPr/>
      <dgm:t>
        <a:bodyPr/>
        <a:lstStyle/>
        <a:p>
          <a:endParaRPr lang="en-IN"/>
        </a:p>
      </dgm:t>
    </dgm:pt>
    <dgm:pt modelId="{61B0538A-84B7-49D4-B14D-6E4D1DEA34CF}" type="sibTrans" cxnId="{23ABFA7A-43F5-47A5-BB01-79D37E191EAD}">
      <dgm:prSet/>
      <dgm:spPr/>
      <dgm:t>
        <a:bodyPr/>
        <a:lstStyle/>
        <a:p>
          <a:endParaRPr lang="en-IN"/>
        </a:p>
      </dgm:t>
    </dgm:pt>
    <dgm:pt modelId="{F15DD394-D5E2-4CFE-B0AD-03C796CB1257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Aptos Display (Headings)"/>
            </a:rPr>
            <a:t>Pick the company or topic you need help with</a:t>
          </a:r>
          <a:endParaRPr lang="en-IN" dirty="0">
            <a:latin typeface="Aptos Display (Headings)"/>
          </a:endParaRPr>
        </a:p>
      </dgm:t>
    </dgm:pt>
    <dgm:pt modelId="{53CC0999-3BE5-4E01-8ACF-C47F71669181}" type="parTrans" cxnId="{5F642D4E-63D6-4473-B841-C27D4DC8D29D}">
      <dgm:prSet/>
      <dgm:spPr/>
      <dgm:t>
        <a:bodyPr/>
        <a:lstStyle/>
        <a:p>
          <a:endParaRPr lang="en-IN"/>
        </a:p>
      </dgm:t>
    </dgm:pt>
    <dgm:pt modelId="{E649CAE3-D46E-4660-9357-3D95AE05B30C}" type="sibTrans" cxnId="{5F642D4E-63D6-4473-B841-C27D4DC8D29D}">
      <dgm:prSet/>
      <dgm:spPr/>
      <dgm:t>
        <a:bodyPr/>
        <a:lstStyle/>
        <a:p>
          <a:endParaRPr lang="en-IN"/>
        </a:p>
      </dgm:t>
    </dgm:pt>
    <dgm:pt modelId="{100E8E78-A215-49A3-83D4-205DE63603A4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Aptos Display (Headings)"/>
            </a:rPr>
            <a:t>Join the ongoing discussion or start your own</a:t>
          </a:r>
          <a:endParaRPr lang="en-IN" dirty="0">
            <a:latin typeface="Aptos Display (Headings)"/>
          </a:endParaRPr>
        </a:p>
      </dgm:t>
    </dgm:pt>
    <dgm:pt modelId="{5354BA43-B41F-430B-9F75-6B0A34A640F0}" type="parTrans" cxnId="{770354FE-C588-4D7F-AE1F-8DBB2F6EDFCF}">
      <dgm:prSet/>
      <dgm:spPr/>
      <dgm:t>
        <a:bodyPr/>
        <a:lstStyle/>
        <a:p>
          <a:endParaRPr lang="en-IN"/>
        </a:p>
      </dgm:t>
    </dgm:pt>
    <dgm:pt modelId="{CFCD4A66-2CF0-4A8A-BB3B-6E8F0D9C8993}" type="sibTrans" cxnId="{770354FE-C588-4D7F-AE1F-8DBB2F6EDFCF}">
      <dgm:prSet/>
      <dgm:spPr/>
      <dgm:t>
        <a:bodyPr/>
        <a:lstStyle/>
        <a:p>
          <a:endParaRPr lang="en-IN"/>
        </a:p>
      </dgm:t>
    </dgm:pt>
    <dgm:pt modelId="{462736DB-408C-4E48-B79B-DD5B5077106B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Aptos Display (Headings)"/>
            </a:rPr>
            <a:t>Ask your doubt freely</a:t>
          </a:r>
        </a:p>
      </dgm:t>
    </dgm:pt>
    <dgm:pt modelId="{8E778684-16E5-4806-9D78-ABAA2F197226}" type="parTrans" cxnId="{4BD0161B-3E41-426B-9945-5E02C14A1710}">
      <dgm:prSet/>
      <dgm:spPr/>
      <dgm:t>
        <a:bodyPr/>
        <a:lstStyle/>
        <a:p>
          <a:endParaRPr lang="en-IN"/>
        </a:p>
      </dgm:t>
    </dgm:pt>
    <dgm:pt modelId="{8C1ECCBB-6E8E-4B74-B790-FD17BF43ADD4}" type="sibTrans" cxnId="{4BD0161B-3E41-426B-9945-5E02C14A1710}">
      <dgm:prSet/>
      <dgm:spPr/>
      <dgm:t>
        <a:bodyPr/>
        <a:lstStyle/>
        <a:p>
          <a:endParaRPr lang="en-IN"/>
        </a:p>
      </dgm:t>
    </dgm:pt>
    <dgm:pt modelId="{038D7DC8-32D3-42EE-B869-638E67A2273B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Aptos Display (Headings)"/>
            </a:rPr>
            <a:t>Get quick responses from other students</a:t>
          </a:r>
          <a:endParaRPr lang="en-IN" dirty="0">
            <a:latin typeface="Aptos Display (Headings)"/>
          </a:endParaRPr>
        </a:p>
      </dgm:t>
    </dgm:pt>
    <dgm:pt modelId="{63D27077-948B-4DAB-ADF7-4DD544EF78FB}" type="parTrans" cxnId="{758821D8-FFE3-4BE7-A14D-F0759A267ADD}">
      <dgm:prSet/>
      <dgm:spPr/>
      <dgm:t>
        <a:bodyPr/>
        <a:lstStyle/>
        <a:p>
          <a:endParaRPr lang="en-IN"/>
        </a:p>
      </dgm:t>
    </dgm:pt>
    <dgm:pt modelId="{C654DE65-79FE-4052-BC81-8AE0A201DB85}" type="sibTrans" cxnId="{758821D8-FFE3-4BE7-A14D-F0759A267ADD}">
      <dgm:prSet/>
      <dgm:spPr/>
      <dgm:t>
        <a:bodyPr/>
        <a:lstStyle/>
        <a:p>
          <a:endParaRPr lang="en-IN"/>
        </a:p>
      </dgm:t>
    </dgm:pt>
    <dgm:pt modelId="{33B80CFE-EEE2-47C2-A798-6520EB826547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Aptos Display (Headings)"/>
            </a:rPr>
            <a:t>Understand the solution and move forward</a:t>
          </a:r>
          <a:endParaRPr lang="en-IN" dirty="0">
            <a:latin typeface="Aptos Display (Headings)"/>
          </a:endParaRPr>
        </a:p>
      </dgm:t>
    </dgm:pt>
    <dgm:pt modelId="{95E634D9-5BD0-4796-B3A9-42DB4D50DBE3}" type="parTrans" cxnId="{827DD0BE-1F51-481E-B8D1-EE7A7BC0F0E3}">
      <dgm:prSet/>
      <dgm:spPr/>
      <dgm:t>
        <a:bodyPr/>
        <a:lstStyle/>
        <a:p>
          <a:endParaRPr lang="en-IN"/>
        </a:p>
      </dgm:t>
    </dgm:pt>
    <dgm:pt modelId="{313FE77C-900A-451A-9AE4-CC0835C08073}" type="sibTrans" cxnId="{827DD0BE-1F51-481E-B8D1-EE7A7BC0F0E3}">
      <dgm:prSet/>
      <dgm:spPr/>
      <dgm:t>
        <a:bodyPr/>
        <a:lstStyle/>
        <a:p>
          <a:endParaRPr lang="en-IN"/>
        </a:p>
      </dgm:t>
    </dgm:pt>
    <dgm:pt modelId="{FC306270-1405-4152-B136-19B69D8750E7}" type="pres">
      <dgm:prSet presAssocID="{6E38B408-CF4F-4E6C-BF58-2BEE81DD752B}" presName="Name0" presStyleCnt="0">
        <dgm:presLayoutVars>
          <dgm:dir/>
          <dgm:resizeHandles val="exact"/>
        </dgm:presLayoutVars>
      </dgm:prSet>
      <dgm:spPr/>
    </dgm:pt>
    <dgm:pt modelId="{540BF49F-9DD9-4846-BA31-78F6A66A1600}" type="pres">
      <dgm:prSet presAssocID="{A9412C09-9D43-444A-9295-A11123D713FD}" presName="node" presStyleLbl="node1" presStyleIdx="0" presStyleCnt="6">
        <dgm:presLayoutVars>
          <dgm:bulletEnabled val="1"/>
        </dgm:presLayoutVars>
      </dgm:prSet>
      <dgm:spPr/>
    </dgm:pt>
    <dgm:pt modelId="{BB17446D-B55E-43BF-89C2-5ED40FB0110F}" type="pres">
      <dgm:prSet presAssocID="{61B0538A-84B7-49D4-B14D-6E4D1DEA34CF}" presName="sibTrans" presStyleLbl="sibTrans1D1" presStyleIdx="0" presStyleCnt="5"/>
      <dgm:spPr/>
    </dgm:pt>
    <dgm:pt modelId="{CD53695B-446E-4E59-91E1-C8E968B42468}" type="pres">
      <dgm:prSet presAssocID="{61B0538A-84B7-49D4-B14D-6E4D1DEA34CF}" presName="connectorText" presStyleLbl="sibTrans1D1" presStyleIdx="0" presStyleCnt="5"/>
      <dgm:spPr/>
    </dgm:pt>
    <dgm:pt modelId="{ED0E91A1-5128-4910-843C-93C1FE8B87F1}" type="pres">
      <dgm:prSet presAssocID="{F15DD394-D5E2-4CFE-B0AD-03C796CB1257}" presName="node" presStyleLbl="node1" presStyleIdx="1" presStyleCnt="6">
        <dgm:presLayoutVars>
          <dgm:bulletEnabled val="1"/>
        </dgm:presLayoutVars>
      </dgm:prSet>
      <dgm:spPr/>
    </dgm:pt>
    <dgm:pt modelId="{AB3E5C93-B10E-46F5-85A6-1F784FEDA3E3}" type="pres">
      <dgm:prSet presAssocID="{E649CAE3-D46E-4660-9357-3D95AE05B30C}" presName="sibTrans" presStyleLbl="sibTrans1D1" presStyleIdx="1" presStyleCnt="5"/>
      <dgm:spPr/>
    </dgm:pt>
    <dgm:pt modelId="{06249B32-C070-4604-A244-9A7DDE60D669}" type="pres">
      <dgm:prSet presAssocID="{E649CAE3-D46E-4660-9357-3D95AE05B30C}" presName="connectorText" presStyleLbl="sibTrans1D1" presStyleIdx="1" presStyleCnt="5"/>
      <dgm:spPr/>
    </dgm:pt>
    <dgm:pt modelId="{96F2B98D-44AC-46C6-B110-CE1C392BC2E1}" type="pres">
      <dgm:prSet presAssocID="{100E8E78-A215-49A3-83D4-205DE63603A4}" presName="node" presStyleLbl="node1" presStyleIdx="2" presStyleCnt="6">
        <dgm:presLayoutVars>
          <dgm:bulletEnabled val="1"/>
        </dgm:presLayoutVars>
      </dgm:prSet>
      <dgm:spPr/>
    </dgm:pt>
    <dgm:pt modelId="{C13DA868-C08F-4B0C-9BD4-5DAB0B4D5E67}" type="pres">
      <dgm:prSet presAssocID="{CFCD4A66-2CF0-4A8A-BB3B-6E8F0D9C8993}" presName="sibTrans" presStyleLbl="sibTrans1D1" presStyleIdx="2" presStyleCnt="5"/>
      <dgm:spPr/>
    </dgm:pt>
    <dgm:pt modelId="{2E257E00-627A-4B5B-BEC3-880AA56A1573}" type="pres">
      <dgm:prSet presAssocID="{CFCD4A66-2CF0-4A8A-BB3B-6E8F0D9C8993}" presName="connectorText" presStyleLbl="sibTrans1D1" presStyleIdx="2" presStyleCnt="5"/>
      <dgm:spPr/>
    </dgm:pt>
    <dgm:pt modelId="{31EBE86E-721D-432A-BFC6-7C8AC4E9A310}" type="pres">
      <dgm:prSet presAssocID="{462736DB-408C-4E48-B79B-DD5B5077106B}" presName="node" presStyleLbl="node1" presStyleIdx="3" presStyleCnt="6">
        <dgm:presLayoutVars>
          <dgm:bulletEnabled val="1"/>
        </dgm:presLayoutVars>
      </dgm:prSet>
      <dgm:spPr/>
    </dgm:pt>
    <dgm:pt modelId="{27C3E6CF-D8EE-4253-81CB-333E1B580BC3}" type="pres">
      <dgm:prSet presAssocID="{8C1ECCBB-6E8E-4B74-B790-FD17BF43ADD4}" presName="sibTrans" presStyleLbl="sibTrans1D1" presStyleIdx="3" presStyleCnt="5"/>
      <dgm:spPr/>
    </dgm:pt>
    <dgm:pt modelId="{43ECF8EE-98F5-4F99-A353-0DFC96E2C5C6}" type="pres">
      <dgm:prSet presAssocID="{8C1ECCBB-6E8E-4B74-B790-FD17BF43ADD4}" presName="connectorText" presStyleLbl="sibTrans1D1" presStyleIdx="3" presStyleCnt="5"/>
      <dgm:spPr/>
    </dgm:pt>
    <dgm:pt modelId="{885114DC-266F-48A9-8240-163F9D5AFC61}" type="pres">
      <dgm:prSet presAssocID="{038D7DC8-32D3-42EE-B869-638E67A2273B}" presName="node" presStyleLbl="node1" presStyleIdx="4" presStyleCnt="6">
        <dgm:presLayoutVars>
          <dgm:bulletEnabled val="1"/>
        </dgm:presLayoutVars>
      </dgm:prSet>
      <dgm:spPr/>
    </dgm:pt>
    <dgm:pt modelId="{3083FD83-B2EC-41F5-9E68-F8EA0CA1520F}" type="pres">
      <dgm:prSet presAssocID="{C654DE65-79FE-4052-BC81-8AE0A201DB85}" presName="sibTrans" presStyleLbl="sibTrans1D1" presStyleIdx="4" presStyleCnt="5"/>
      <dgm:spPr/>
    </dgm:pt>
    <dgm:pt modelId="{CFD04B68-5271-42A9-9F12-8183675C67AE}" type="pres">
      <dgm:prSet presAssocID="{C654DE65-79FE-4052-BC81-8AE0A201DB85}" presName="connectorText" presStyleLbl="sibTrans1D1" presStyleIdx="4" presStyleCnt="5"/>
      <dgm:spPr/>
    </dgm:pt>
    <dgm:pt modelId="{11FC0E78-4704-4168-91CC-50E536683802}" type="pres">
      <dgm:prSet presAssocID="{33B80CFE-EEE2-47C2-A798-6520EB826547}" presName="node" presStyleLbl="node1" presStyleIdx="5" presStyleCnt="6">
        <dgm:presLayoutVars>
          <dgm:bulletEnabled val="1"/>
        </dgm:presLayoutVars>
      </dgm:prSet>
      <dgm:spPr/>
    </dgm:pt>
  </dgm:ptLst>
  <dgm:cxnLst>
    <dgm:cxn modelId="{CE0F2A0D-A5E2-474E-ACE2-1E348EC6F2B9}" type="presOf" srcId="{6E38B408-CF4F-4E6C-BF58-2BEE81DD752B}" destId="{FC306270-1405-4152-B136-19B69D8750E7}" srcOrd="0" destOrd="0" presId="urn:microsoft.com/office/officeart/2005/8/layout/bProcess3"/>
    <dgm:cxn modelId="{4BD0161B-3E41-426B-9945-5E02C14A1710}" srcId="{6E38B408-CF4F-4E6C-BF58-2BEE81DD752B}" destId="{462736DB-408C-4E48-B79B-DD5B5077106B}" srcOrd="3" destOrd="0" parTransId="{8E778684-16E5-4806-9D78-ABAA2F197226}" sibTransId="{8C1ECCBB-6E8E-4B74-B790-FD17BF43ADD4}"/>
    <dgm:cxn modelId="{D393EF28-7CA6-4FC9-B70F-58E870F0D159}" type="presOf" srcId="{C654DE65-79FE-4052-BC81-8AE0A201DB85}" destId="{3083FD83-B2EC-41F5-9E68-F8EA0CA1520F}" srcOrd="0" destOrd="0" presId="urn:microsoft.com/office/officeart/2005/8/layout/bProcess3"/>
    <dgm:cxn modelId="{EBCC742C-028A-4DEA-9B84-D3D8CFEBB1D3}" type="presOf" srcId="{F15DD394-D5E2-4CFE-B0AD-03C796CB1257}" destId="{ED0E91A1-5128-4910-843C-93C1FE8B87F1}" srcOrd="0" destOrd="0" presId="urn:microsoft.com/office/officeart/2005/8/layout/bProcess3"/>
    <dgm:cxn modelId="{3E766C3A-873B-413F-9935-B8C81735091A}" type="presOf" srcId="{61B0538A-84B7-49D4-B14D-6E4D1DEA34CF}" destId="{BB17446D-B55E-43BF-89C2-5ED40FB0110F}" srcOrd="0" destOrd="0" presId="urn:microsoft.com/office/officeart/2005/8/layout/bProcess3"/>
    <dgm:cxn modelId="{9E20AE47-CACD-4F78-80C3-1B869D14EDD7}" type="presOf" srcId="{462736DB-408C-4E48-B79B-DD5B5077106B}" destId="{31EBE86E-721D-432A-BFC6-7C8AC4E9A310}" srcOrd="0" destOrd="0" presId="urn:microsoft.com/office/officeart/2005/8/layout/bProcess3"/>
    <dgm:cxn modelId="{86BFFA6C-8419-4C80-99A0-6630FE7C836B}" type="presOf" srcId="{038D7DC8-32D3-42EE-B869-638E67A2273B}" destId="{885114DC-266F-48A9-8240-163F9D5AFC61}" srcOrd="0" destOrd="0" presId="urn:microsoft.com/office/officeart/2005/8/layout/bProcess3"/>
    <dgm:cxn modelId="{5F642D4E-63D6-4473-B841-C27D4DC8D29D}" srcId="{6E38B408-CF4F-4E6C-BF58-2BEE81DD752B}" destId="{F15DD394-D5E2-4CFE-B0AD-03C796CB1257}" srcOrd="1" destOrd="0" parTransId="{53CC0999-3BE5-4E01-8ACF-C47F71669181}" sibTransId="{E649CAE3-D46E-4660-9357-3D95AE05B30C}"/>
    <dgm:cxn modelId="{86ECDE4F-2C55-49ED-AF06-792DB8F5D6B8}" type="presOf" srcId="{8C1ECCBB-6E8E-4B74-B790-FD17BF43ADD4}" destId="{27C3E6CF-D8EE-4253-81CB-333E1B580BC3}" srcOrd="0" destOrd="0" presId="urn:microsoft.com/office/officeart/2005/8/layout/bProcess3"/>
    <dgm:cxn modelId="{78D55075-E56A-4B8E-A3CE-3CBCA4A45C21}" type="presOf" srcId="{E649CAE3-D46E-4660-9357-3D95AE05B30C}" destId="{06249B32-C070-4604-A244-9A7DDE60D669}" srcOrd="1" destOrd="0" presId="urn:microsoft.com/office/officeart/2005/8/layout/bProcess3"/>
    <dgm:cxn modelId="{5AF7497A-BEC6-43E8-B8E4-10C2DFF607F6}" type="presOf" srcId="{61B0538A-84B7-49D4-B14D-6E4D1DEA34CF}" destId="{CD53695B-446E-4E59-91E1-C8E968B42468}" srcOrd="1" destOrd="0" presId="urn:microsoft.com/office/officeart/2005/8/layout/bProcess3"/>
    <dgm:cxn modelId="{23ABFA7A-43F5-47A5-BB01-79D37E191EAD}" srcId="{6E38B408-CF4F-4E6C-BF58-2BEE81DD752B}" destId="{A9412C09-9D43-444A-9295-A11123D713FD}" srcOrd="0" destOrd="0" parTransId="{24E24F88-4B3D-41A0-A0AE-3ACA6CE31345}" sibTransId="{61B0538A-84B7-49D4-B14D-6E4D1DEA34CF}"/>
    <dgm:cxn modelId="{FED0EE8B-EA76-4724-92F4-7A983A7B6706}" type="presOf" srcId="{33B80CFE-EEE2-47C2-A798-6520EB826547}" destId="{11FC0E78-4704-4168-91CC-50E536683802}" srcOrd="0" destOrd="0" presId="urn:microsoft.com/office/officeart/2005/8/layout/bProcess3"/>
    <dgm:cxn modelId="{D24AFD8E-3208-4C7E-9538-6125E9E24501}" type="presOf" srcId="{C654DE65-79FE-4052-BC81-8AE0A201DB85}" destId="{CFD04B68-5271-42A9-9F12-8183675C67AE}" srcOrd="1" destOrd="0" presId="urn:microsoft.com/office/officeart/2005/8/layout/bProcess3"/>
    <dgm:cxn modelId="{0E3F9196-05A7-4D68-9E4E-0D2506C04EEA}" type="presOf" srcId="{CFCD4A66-2CF0-4A8A-BB3B-6E8F0D9C8993}" destId="{C13DA868-C08F-4B0C-9BD4-5DAB0B4D5E67}" srcOrd="0" destOrd="0" presId="urn:microsoft.com/office/officeart/2005/8/layout/bProcess3"/>
    <dgm:cxn modelId="{445AECB4-23A9-4522-BCD2-E4B821C97FDC}" type="presOf" srcId="{CFCD4A66-2CF0-4A8A-BB3B-6E8F0D9C8993}" destId="{2E257E00-627A-4B5B-BEC3-880AA56A1573}" srcOrd="1" destOrd="0" presId="urn:microsoft.com/office/officeart/2005/8/layout/bProcess3"/>
    <dgm:cxn modelId="{FC8D66B9-2870-48D9-8DA9-5FF7C334970E}" type="presOf" srcId="{A9412C09-9D43-444A-9295-A11123D713FD}" destId="{540BF49F-9DD9-4846-BA31-78F6A66A1600}" srcOrd="0" destOrd="0" presId="urn:microsoft.com/office/officeart/2005/8/layout/bProcess3"/>
    <dgm:cxn modelId="{F41DE5BB-0D15-4AD7-BC3C-94DB534AE693}" type="presOf" srcId="{8C1ECCBB-6E8E-4B74-B790-FD17BF43ADD4}" destId="{43ECF8EE-98F5-4F99-A353-0DFC96E2C5C6}" srcOrd="1" destOrd="0" presId="urn:microsoft.com/office/officeart/2005/8/layout/bProcess3"/>
    <dgm:cxn modelId="{827DD0BE-1F51-481E-B8D1-EE7A7BC0F0E3}" srcId="{6E38B408-CF4F-4E6C-BF58-2BEE81DD752B}" destId="{33B80CFE-EEE2-47C2-A798-6520EB826547}" srcOrd="5" destOrd="0" parTransId="{95E634D9-5BD0-4796-B3A9-42DB4D50DBE3}" sibTransId="{313FE77C-900A-451A-9AE4-CC0835C08073}"/>
    <dgm:cxn modelId="{D31B4BD7-FA62-4311-9ABC-982DFE17108F}" type="presOf" srcId="{E649CAE3-D46E-4660-9357-3D95AE05B30C}" destId="{AB3E5C93-B10E-46F5-85A6-1F784FEDA3E3}" srcOrd="0" destOrd="0" presId="urn:microsoft.com/office/officeart/2005/8/layout/bProcess3"/>
    <dgm:cxn modelId="{758821D8-FFE3-4BE7-A14D-F0759A267ADD}" srcId="{6E38B408-CF4F-4E6C-BF58-2BEE81DD752B}" destId="{038D7DC8-32D3-42EE-B869-638E67A2273B}" srcOrd="4" destOrd="0" parTransId="{63D27077-948B-4DAB-ADF7-4DD544EF78FB}" sibTransId="{C654DE65-79FE-4052-BC81-8AE0A201DB85}"/>
    <dgm:cxn modelId="{F1F11DDA-DCCD-4B2A-9395-A94F0373325D}" type="presOf" srcId="{100E8E78-A215-49A3-83D4-205DE63603A4}" destId="{96F2B98D-44AC-46C6-B110-CE1C392BC2E1}" srcOrd="0" destOrd="0" presId="urn:microsoft.com/office/officeart/2005/8/layout/bProcess3"/>
    <dgm:cxn modelId="{770354FE-C588-4D7F-AE1F-8DBB2F6EDFCF}" srcId="{6E38B408-CF4F-4E6C-BF58-2BEE81DD752B}" destId="{100E8E78-A215-49A3-83D4-205DE63603A4}" srcOrd="2" destOrd="0" parTransId="{5354BA43-B41F-430B-9F75-6B0A34A640F0}" sibTransId="{CFCD4A66-2CF0-4A8A-BB3B-6E8F0D9C8993}"/>
    <dgm:cxn modelId="{BB55E432-3DAC-4216-BE52-D9CC76FC1901}" type="presParOf" srcId="{FC306270-1405-4152-B136-19B69D8750E7}" destId="{540BF49F-9DD9-4846-BA31-78F6A66A1600}" srcOrd="0" destOrd="0" presId="urn:microsoft.com/office/officeart/2005/8/layout/bProcess3"/>
    <dgm:cxn modelId="{4CE27FA7-376E-4D5B-9A4E-8812E51DFD43}" type="presParOf" srcId="{FC306270-1405-4152-B136-19B69D8750E7}" destId="{BB17446D-B55E-43BF-89C2-5ED40FB0110F}" srcOrd="1" destOrd="0" presId="urn:microsoft.com/office/officeart/2005/8/layout/bProcess3"/>
    <dgm:cxn modelId="{05C94C9C-143A-4B38-ACFA-A326D419C831}" type="presParOf" srcId="{BB17446D-B55E-43BF-89C2-5ED40FB0110F}" destId="{CD53695B-446E-4E59-91E1-C8E968B42468}" srcOrd="0" destOrd="0" presId="urn:microsoft.com/office/officeart/2005/8/layout/bProcess3"/>
    <dgm:cxn modelId="{2D58DBBB-7553-4B75-AE88-AC8162E3E452}" type="presParOf" srcId="{FC306270-1405-4152-B136-19B69D8750E7}" destId="{ED0E91A1-5128-4910-843C-93C1FE8B87F1}" srcOrd="2" destOrd="0" presId="urn:microsoft.com/office/officeart/2005/8/layout/bProcess3"/>
    <dgm:cxn modelId="{C9640007-9A19-482D-8CFB-F8E750D01A93}" type="presParOf" srcId="{FC306270-1405-4152-B136-19B69D8750E7}" destId="{AB3E5C93-B10E-46F5-85A6-1F784FEDA3E3}" srcOrd="3" destOrd="0" presId="urn:microsoft.com/office/officeart/2005/8/layout/bProcess3"/>
    <dgm:cxn modelId="{CC7D15F0-2722-4A1B-8E07-CC7EAABE0F77}" type="presParOf" srcId="{AB3E5C93-B10E-46F5-85A6-1F784FEDA3E3}" destId="{06249B32-C070-4604-A244-9A7DDE60D669}" srcOrd="0" destOrd="0" presId="urn:microsoft.com/office/officeart/2005/8/layout/bProcess3"/>
    <dgm:cxn modelId="{C4D5F335-58C8-4CD2-A3CB-FCF4EAA8C11F}" type="presParOf" srcId="{FC306270-1405-4152-B136-19B69D8750E7}" destId="{96F2B98D-44AC-46C6-B110-CE1C392BC2E1}" srcOrd="4" destOrd="0" presId="urn:microsoft.com/office/officeart/2005/8/layout/bProcess3"/>
    <dgm:cxn modelId="{4109A476-FE7F-401C-9118-5B8BCFB4B9C0}" type="presParOf" srcId="{FC306270-1405-4152-B136-19B69D8750E7}" destId="{C13DA868-C08F-4B0C-9BD4-5DAB0B4D5E67}" srcOrd="5" destOrd="0" presId="urn:microsoft.com/office/officeart/2005/8/layout/bProcess3"/>
    <dgm:cxn modelId="{28AAFA7B-252D-4B6A-A7BF-F6ED8D1F9B3E}" type="presParOf" srcId="{C13DA868-C08F-4B0C-9BD4-5DAB0B4D5E67}" destId="{2E257E00-627A-4B5B-BEC3-880AA56A1573}" srcOrd="0" destOrd="0" presId="urn:microsoft.com/office/officeart/2005/8/layout/bProcess3"/>
    <dgm:cxn modelId="{B88E0AD5-BA24-4926-87A2-97E9402D7720}" type="presParOf" srcId="{FC306270-1405-4152-B136-19B69D8750E7}" destId="{31EBE86E-721D-432A-BFC6-7C8AC4E9A310}" srcOrd="6" destOrd="0" presId="urn:microsoft.com/office/officeart/2005/8/layout/bProcess3"/>
    <dgm:cxn modelId="{0F270976-6E23-4A4D-8467-FD13F0E0A747}" type="presParOf" srcId="{FC306270-1405-4152-B136-19B69D8750E7}" destId="{27C3E6CF-D8EE-4253-81CB-333E1B580BC3}" srcOrd="7" destOrd="0" presId="urn:microsoft.com/office/officeart/2005/8/layout/bProcess3"/>
    <dgm:cxn modelId="{B0E49E79-CACB-4312-BBA5-193DB86A4ADF}" type="presParOf" srcId="{27C3E6CF-D8EE-4253-81CB-333E1B580BC3}" destId="{43ECF8EE-98F5-4F99-A353-0DFC96E2C5C6}" srcOrd="0" destOrd="0" presId="urn:microsoft.com/office/officeart/2005/8/layout/bProcess3"/>
    <dgm:cxn modelId="{5779BC3E-66CA-4842-B7D5-665F23B065C5}" type="presParOf" srcId="{FC306270-1405-4152-B136-19B69D8750E7}" destId="{885114DC-266F-48A9-8240-163F9D5AFC61}" srcOrd="8" destOrd="0" presId="urn:microsoft.com/office/officeart/2005/8/layout/bProcess3"/>
    <dgm:cxn modelId="{EB5F04B5-F2E0-47E0-B2CD-007CBBD6A9F0}" type="presParOf" srcId="{FC306270-1405-4152-B136-19B69D8750E7}" destId="{3083FD83-B2EC-41F5-9E68-F8EA0CA1520F}" srcOrd="9" destOrd="0" presId="urn:microsoft.com/office/officeart/2005/8/layout/bProcess3"/>
    <dgm:cxn modelId="{DEDCE4EE-928A-43DE-8D91-4E5DA06D1F33}" type="presParOf" srcId="{3083FD83-B2EC-41F5-9E68-F8EA0CA1520F}" destId="{CFD04B68-5271-42A9-9F12-8183675C67AE}" srcOrd="0" destOrd="0" presId="urn:microsoft.com/office/officeart/2005/8/layout/bProcess3"/>
    <dgm:cxn modelId="{B49FAE10-7930-4A38-9E6B-B2468899729E}" type="presParOf" srcId="{FC306270-1405-4152-B136-19B69D8750E7}" destId="{11FC0E78-4704-4168-91CC-50E536683802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96DD4-8AAA-4988-A1F3-CC5FC5B1B5C9}">
      <dsp:nvSpPr>
        <dsp:cNvPr id="0" name=""/>
        <dsp:cNvSpPr/>
      </dsp:nvSpPr>
      <dsp:spPr>
        <a:xfrm>
          <a:off x="880147" y="451"/>
          <a:ext cx="1864480" cy="528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 Display (Headings)"/>
            </a:rPr>
            <a:t>Enter Details</a:t>
          </a:r>
        </a:p>
      </dsp:txBody>
      <dsp:txXfrm>
        <a:off x="895617" y="15921"/>
        <a:ext cx="1833540" cy="497237"/>
      </dsp:txXfrm>
    </dsp:sp>
    <dsp:sp modelId="{4250E04B-5FF6-42A2-ADE1-2828D024047D}">
      <dsp:nvSpPr>
        <dsp:cNvPr id="0" name=""/>
        <dsp:cNvSpPr/>
      </dsp:nvSpPr>
      <dsp:spPr>
        <a:xfrm rot="5400000">
          <a:off x="1713354" y="541832"/>
          <a:ext cx="198066" cy="23767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741084" y="561638"/>
        <a:ext cx="142607" cy="138646"/>
      </dsp:txXfrm>
    </dsp:sp>
    <dsp:sp modelId="{EDED15BF-B3E9-4D25-AD75-46B38C9BB8E5}">
      <dsp:nvSpPr>
        <dsp:cNvPr id="0" name=""/>
        <dsp:cNvSpPr/>
      </dsp:nvSpPr>
      <dsp:spPr>
        <a:xfrm>
          <a:off x="880147" y="792716"/>
          <a:ext cx="1864480" cy="528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>
              <a:latin typeface="Aptos Display (Headings)"/>
            </a:rPr>
            <a:t>Analyze</a:t>
          </a:r>
          <a:r>
            <a:rPr lang="en-IN" sz="1800" kern="1200" dirty="0">
              <a:latin typeface="Aptos Display (Headings)"/>
            </a:rPr>
            <a:t> Profile</a:t>
          </a:r>
        </a:p>
      </dsp:txBody>
      <dsp:txXfrm>
        <a:off x="895617" y="808186"/>
        <a:ext cx="1833540" cy="497237"/>
      </dsp:txXfrm>
    </dsp:sp>
    <dsp:sp modelId="{23BF8215-C622-4B35-908F-D20FD1617DF3}">
      <dsp:nvSpPr>
        <dsp:cNvPr id="0" name=""/>
        <dsp:cNvSpPr/>
      </dsp:nvSpPr>
      <dsp:spPr>
        <a:xfrm rot="5400000">
          <a:off x="1713354" y="1334098"/>
          <a:ext cx="198066" cy="23767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741084" y="1353904"/>
        <a:ext cx="142607" cy="138646"/>
      </dsp:txXfrm>
    </dsp:sp>
    <dsp:sp modelId="{5E19F27A-8902-4B47-827C-96E98E8891C4}">
      <dsp:nvSpPr>
        <dsp:cNvPr id="0" name=""/>
        <dsp:cNvSpPr/>
      </dsp:nvSpPr>
      <dsp:spPr>
        <a:xfrm>
          <a:off x="880147" y="1584982"/>
          <a:ext cx="1864480" cy="528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 Display (Headings)"/>
            </a:rPr>
            <a:t>Apply Criteria</a:t>
          </a:r>
        </a:p>
      </dsp:txBody>
      <dsp:txXfrm>
        <a:off x="895617" y="1600452"/>
        <a:ext cx="1833540" cy="497237"/>
      </dsp:txXfrm>
    </dsp:sp>
    <dsp:sp modelId="{9DF4F936-92AE-4ABA-B120-03D0C99A202A}">
      <dsp:nvSpPr>
        <dsp:cNvPr id="0" name=""/>
        <dsp:cNvSpPr/>
      </dsp:nvSpPr>
      <dsp:spPr>
        <a:xfrm rot="5400000">
          <a:off x="1713354" y="2126363"/>
          <a:ext cx="198066" cy="23767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741084" y="2146169"/>
        <a:ext cx="142607" cy="138646"/>
      </dsp:txXfrm>
    </dsp:sp>
    <dsp:sp modelId="{C5B14339-EFC4-4EFD-A65B-E32088F57DB0}">
      <dsp:nvSpPr>
        <dsp:cNvPr id="0" name=""/>
        <dsp:cNvSpPr/>
      </dsp:nvSpPr>
      <dsp:spPr>
        <a:xfrm>
          <a:off x="880147" y="2377248"/>
          <a:ext cx="1864480" cy="528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 Display (Headings)"/>
            </a:rPr>
            <a:t>Match Companies</a:t>
          </a:r>
        </a:p>
      </dsp:txBody>
      <dsp:txXfrm>
        <a:off x="895617" y="2392718"/>
        <a:ext cx="1833540" cy="497237"/>
      </dsp:txXfrm>
    </dsp:sp>
    <dsp:sp modelId="{84AB1B58-9E41-4559-92F9-33AB8F38DE9D}">
      <dsp:nvSpPr>
        <dsp:cNvPr id="0" name=""/>
        <dsp:cNvSpPr/>
      </dsp:nvSpPr>
      <dsp:spPr>
        <a:xfrm rot="5400000">
          <a:off x="1713354" y="2918629"/>
          <a:ext cx="198066" cy="237679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741084" y="2938435"/>
        <a:ext cx="142607" cy="138646"/>
      </dsp:txXfrm>
    </dsp:sp>
    <dsp:sp modelId="{6DF11516-1B48-4FC5-9AAA-0AF6098EB9F6}">
      <dsp:nvSpPr>
        <dsp:cNvPr id="0" name=""/>
        <dsp:cNvSpPr/>
      </dsp:nvSpPr>
      <dsp:spPr>
        <a:xfrm>
          <a:off x="880147" y="3169513"/>
          <a:ext cx="1864480" cy="52817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 Display (Headings)"/>
            </a:rPr>
            <a:t>Show Results</a:t>
          </a:r>
        </a:p>
      </dsp:txBody>
      <dsp:txXfrm>
        <a:off x="895617" y="3184983"/>
        <a:ext cx="1833540" cy="497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17446D-B55E-43BF-89C2-5ED40FB0110F}">
      <dsp:nvSpPr>
        <dsp:cNvPr id="0" name=""/>
        <dsp:cNvSpPr/>
      </dsp:nvSpPr>
      <dsp:spPr>
        <a:xfrm>
          <a:off x="2303749" y="440643"/>
          <a:ext cx="3415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156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65226" y="484502"/>
        <a:ext cx="18608" cy="3721"/>
      </dsp:txXfrm>
    </dsp:sp>
    <dsp:sp modelId="{540BF49F-9DD9-4846-BA31-78F6A66A1600}">
      <dsp:nvSpPr>
        <dsp:cNvPr id="0" name=""/>
        <dsp:cNvSpPr/>
      </dsp:nvSpPr>
      <dsp:spPr>
        <a:xfrm>
          <a:off x="687449" y="933"/>
          <a:ext cx="1618099" cy="970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 (Headings)"/>
            </a:rPr>
            <a:t>Open </a:t>
          </a:r>
          <a:r>
            <a:rPr lang="en-US" sz="1500" kern="1200" dirty="0" err="1">
              <a:latin typeface="Aptos Display (Headings)"/>
            </a:rPr>
            <a:t>PrepTalk</a:t>
          </a:r>
          <a:r>
            <a:rPr lang="en-US" sz="1500" kern="1200" dirty="0">
              <a:latin typeface="Aptos Display (Headings)"/>
            </a:rPr>
            <a:t> and explore chats</a:t>
          </a:r>
          <a:endParaRPr lang="en-IN" sz="1500" kern="1200" dirty="0">
            <a:latin typeface="Aptos Display (Headings)"/>
          </a:endParaRPr>
        </a:p>
      </dsp:txBody>
      <dsp:txXfrm>
        <a:off x="687449" y="933"/>
        <a:ext cx="1618099" cy="970859"/>
      </dsp:txXfrm>
    </dsp:sp>
    <dsp:sp modelId="{AB3E5C93-B10E-46F5-85A6-1F784FEDA3E3}">
      <dsp:nvSpPr>
        <dsp:cNvPr id="0" name=""/>
        <dsp:cNvSpPr/>
      </dsp:nvSpPr>
      <dsp:spPr>
        <a:xfrm>
          <a:off x="1496499" y="969993"/>
          <a:ext cx="1990262" cy="341562"/>
        </a:xfrm>
        <a:custGeom>
          <a:avLst/>
          <a:gdLst/>
          <a:ahLst/>
          <a:cxnLst/>
          <a:rect l="0" t="0" r="0" b="0"/>
          <a:pathLst>
            <a:path>
              <a:moveTo>
                <a:pt x="1990262" y="0"/>
              </a:moveTo>
              <a:lnTo>
                <a:pt x="1990262" y="187881"/>
              </a:lnTo>
              <a:lnTo>
                <a:pt x="0" y="187881"/>
              </a:lnTo>
              <a:lnTo>
                <a:pt x="0" y="341562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41011" y="1138913"/>
        <a:ext cx="101237" cy="3721"/>
      </dsp:txXfrm>
    </dsp:sp>
    <dsp:sp modelId="{ED0E91A1-5128-4910-843C-93C1FE8B87F1}">
      <dsp:nvSpPr>
        <dsp:cNvPr id="0" name=""/>
        <dsp:cNvSpPr/>
      </dsp:nvSpPr>
      <dsp:spPr>
        <a:xfrm>
          <a:off x="2677711" y="933"/>
          <a:ext cx="1618099" cy="970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 (Headings)"/>
            </a:rPr>
            <a:t>Pick the company or topic you need help with</a:t>
          </a:r>
          <a:endParaRPr lang="en-IN" sz="1500" kern="1200" dirty="0">
            <a:latin typeface="Aptos Display (Headings)"/>
          </a:endParaRPr>
        </a:p>
      </dsp:txBody>
      <dsp:txXfrm>
        <a:off x="2677711" y="933"/>
        <a:ext cx="1618099" cy="970859"/>
      </dsp:txXfrm>
    </dsp:sp>
    <dsp:sp modelId="{C13DA868-C08F-4B0C-9BD4-5DAB0B4D5E67}">
      <dsp:nvSpPr>
        <dsp:cNvPr id="0" name=""/>
        <dsp:cNvSpPr/>
      </dsp:nvSpPr>
      <dsp:spPr>
        <a:xfrm>
          <a:off x="2303749" y="1783666"/>
          <a:ext cx="3415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156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65226" y="1827525"/>
        <a:ext cx="18608" cy="3721"/>
      </dsp:txXfrm>
    </dsp:sp>
    <dsp:sp modelId="{96F2B98D-44AC-46C6-B110-CE1C392BC2E1}">
      <dsp:nvSpPr>
        <dsp:cNvPr id="0" name=""/>
        <dsp:cNvSpPr/>
      </dsp:nvSpPr>
      <dsp:spPr>
        <a:xfrm>
          <a:off x="687449" y="1343956"/>
          <a:ext cx="1618099" cy="970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 (Headings)"/>
            </a:rPr>
            <a:t>Join the ongoing discussion or start your own</a:t>
          </a:r>
          <a:endParaRPr lang="en-IN" sz="1500" kern="1200" dirty="0">
            <a:latin typeface="Aptos Display (Headings)"/>
          </a:endParaRPr>
        </a:p>
      </dsp:txBody>
      <dsp:txXfrm>
        <a:off x="687449" y="1343956"/>
        <a:ext cx="1618099" cy="970859"/>
      </dsp:txXfrm>
    </dsp:sp>
    <dsp:sp modelId="{27C3E6CF-D8EE-4253-81CB-333E1B580BC3}">
      <dsp:nvSpPr>
        <dsp:cNvPr id="0" name=""/>
        <dsp:cNvSpPr/>
      </dsp:nvSpPr>
      <dsp:spPr>
        <a:xfrm>
          <a:off x="1496499" y="2313015"/>
          <a:ext cx="1990262" cy="341562"/>
        </a:xfrm>
        <a:custGeom>
          <a:avLst/>
          <a:gdLst/>
          <a:ahLst/>
          <a:cxnLst/>
          <a:rect l="0" t="0" r="0" b="0"/>
          <a:pathLst>
            <a:path>
              <a:moveTo>
                <a:pt x="1990262" y="0"/>
              </a:moveTo>
              <a:lnTo>
                <a:pt x="1990262" y="187881"/>
              </a:lnTo>
              <a:lnTo>
                <a:pt x="0" y="187881"/>
              </a:lnTo>
              <a:lnTo>
                <a:pt x="0" y="341562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41011" y="2481936"/>
        <a:ext cx="101237" cy="3721"/>
      </dsp:txXfrm>
    </dsp:sp>
    <dsp:sp modelId="{31EBE86E-721D-432A-BFC6-7C8AC4E9A310}">
      <dsp:nvSpPr>
        <dsp:cNvPr id="0" name=""/>
        <dsp:cNvSpPr/>
      </dsp:nvSpPr>
      <dsp:spPr>
        <a:xfrm>
          <a:off x="2677711" y="1343956"/>
          <a:ext cx="1618099" cy="970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Aptos Display (Headings)"/>
            </a:rPr>
            <a:t>Ask your doubt freely</a:t>
          </a:r>
        </a:p>
      </dsp:txBody>
      <dsp:txXfrm>
        <a:off x="2677711" y="1343956"/>
        <a:ext cx="1618099" cy="970859"/>
      </dsp:txXfrm>
    </dsp:sp>
    <dsp:sp modelId="{3083FD83-B2EC-41F5-9E68-F8EA0CA1520F}">
      <dsp:nvSpPr>
        <dsp:cNvPr id="0" name=""/>
        <dsp:cNvSpPr/>
      </dsp:nvSpPr>
      <dsp:spPr>
        <a:xfrm>
          <a:off x="2303749" y="3126688"/>
          <a:ext cx="3415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156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65226" y="3170548"/>
        <a:ext cx="18608" cy="3721"/>
      </dsp:txXfrm>
    </dsp:sp>
    <dsp:sp modelId="{885114DC-266F-48A9-8240-163F9D5AFC61}">
      <dsp:nvSpPr>
        <dsp:cNvPr id="0" name=""/>
        <dsp:cNvSpPr/>
      </dsp:nvSpPr>
      <dsp:spPr>
        <a:xfrm>
          <a:off x="687449" y="2686978"/>
          <a:ext cx="1618099" cy="970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 (Headings)"/>
            </a:rPr>
            <a:t>Get quick responses from other students</a:t>
          </a:r>
          <a:endParaRPr lang="en-IN" sz="1500" kern="1200" dirty="0">
            <a:latin typeface="Aptos Display (Headings)"/>
          </a:endParaRPr>
        </a:p>
      </dsp:txBody>
      <dsp:txXfrm>
        <a:off x="687449" y="2686978"/>
        <a:ext cx="1618099" cy="970859"/>
      </dsp:txXfrm>
    </dsp:sp>
    <dsp:sp modelId="{11FC0E78-4704-4168-91CC-50E536683802}">
      <dsp:nvSpPr>
        <dsp:cNvPr id="0" name=""/>
        <dsp:cNvSpPr/>
      </dsp:nvSpPr>
      <dsp:spPr>
        <a:xfrm>
          <a:off x="2677711" y="2686978"/>
          <a:ext cx="1618099" cy="970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 (Headings)"/>
            </a:rPr>
            <a:t>Understand the solution and move forward</a:t>
          </a:r>
          <a:endParaRPr lang="en-IN" sz="1500" kern="1200" dirty="0">
            <a:latin typeface="Aptos Display (Headings)"/>
          </a:endParaRPr>
        </a:p>
      </dsp:txBody>
      <dsp:txXfrm>
        <a:off x="2677711" y="2686978"/>
        <a:ext cx="1618099" cy="9708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07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581E-1348-0D5D-6C1C-7F13AD97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B8A8D-32A6-374F-B14A-8E45D8485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EA521-EED3-8416-672D-6987E2BF7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E0E33-0721-42B6-61FC-11A9BDAA7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36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F5F03-C853-9DA4-8819-5C775E49B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03F19-4B0A-F649-5D6A-71A75424E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733C8-C0F3-18B4-76B6-5805967C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4C0B5-35FA-1766-D913-DA8E9D24A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cement-pilots.vercel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hyperlink" Target="https://github.com/husn18/Placement-pil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54864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645920" cy="164592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287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111484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31054" y="2603702"/>
            <a:ext cx="6883791" cy="795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rebuchet MS" panose="020B0603020202020204" pitchFamily="34" charset="0"/>
              </a:rPr>
              <a:t>The verified placement intelligence platform that reduces anxiety and helps you prepare smarter with real interview experiences and eligibility insights.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DFC51-25DA-138F-03C5-4587FCCD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041592A2-1816-DB6E-ABBB-EA8E931986E7}"/>
              </a:ext>
            </a:extLst>
          </p:cNvPr>
          <p:cNvSpPr/>
          <p:nvPr/>
        </p:nvSpPr>
        <p:spPr>
          <a:xfrm>
            <a:off x="54864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DC9C63-17E6-C741-617A-8AF6C2FF32A9}"/>
              </a:ext>
            </a:extLst>
          </p:cNvPr>
          <p:cNvSpPr/>
          <p:nvPr/>
        </p:nvSpPr>
        <p:spPr>
          <a:xfrm>
            <a:off x="54864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E8265C-B3FF-B741-3709-C26BDC7D5232}"/>
              </a:ext>
            </a:extLst>
          </p:cNvPr>
          <p:cNvSpPr/>
          <p:nvPr/>
        </p:nvSpPr>
        <p:spPr>
          <a:xfrm>
            <a:off x="54864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3088AEE-4EB9-1906-D52E-3B848FEE0176}"/>
              </a:ext>
            </a:extLst>
          </p:cNvPr>
          <p:cNvSpPr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D9D7C8-2A02-8FEC-B049-6B1830A59061}"/>
              </a:ext>
            </a:extLst>
          </p:cNvPr>
          <p:cNvSpPr/>
          <p:nvPr/>
        </p:nvSpPr>
        <p:spPr>
          <a:xfrm>
            <a:off x="54864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1E40BCE-E0DB-6827-3EBF-D0CCC6B43AFB}"/>
              </a:ext>
            </a:extLst>
          </p:cNvPr>
          <p:cNvSpPr/>
          <p:nvPr/>
        </p:nvSpPr>
        <p:spPr>
          <a:xfrm>
            <a:off x="274320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3A0F22-CD67-A2E8-51F2-54E219D3C89F}"/>
              </a:ext>
            </a:extLst>
          </p:cNvPr>
          <p:cNvSpPr txBox="1"/>
          <p:nvPr/>
        </p:nvSpPr>
        <p:spPr>
          <a:xfrm>
            <a:off x="325901" y="92214"/>
            <a:ext cx="82178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Franklin Gothic Heavy" panose="020B0903020102020204" pitchFamily="34" charset="0"/>
              </a:rPr>
              <a:t>Meet</a:t>
            </a:r>
            <a:r>
              <a:rPr lang="en-IN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Franklin Gothic Heavy" panose="020B0903020102020204" pitchFamily="34" charset="0"/>
              </a:rPr>
              <a:t> </a:t>
            </a:r>
            <a:r>
              <a:rPr lang="en-IN" sz="40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Franklin Gothic Heavy" panose="020B0903020102020204" pitchFamily="34" charset="0"/>
              </a:rPr>
              <a:t>Our</a:t>
            </a:r>
            <a:r>
              <a:rPr lang="en-IN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Franklin Gothic Heavy" panose="020B0903020102020204" pitchFamily="34" charset="0"/>
              </a:rPr>
              <a:t> </a:t>
            </a:r>
            <a:r>
              <a:rPr lang="en-IN" sz="4000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Franklin Gothic Heavy" panose="020B0903020102020204" pitchFamily="34" charset="0"/>
              </a:rPr>
              <a:t>Team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0200DD-47EC-EAA9-EC4F-5937F45B1519}"/>
              </a:ext>
            </a:extLst>
          </p:cNvPr>
          <p:cNvSpPr/>
          <p:nvPr/>
        </p:nvSpPr>
        <p:spPr>
          <a:xfrm>
            <a:off x="238569" y="1056252"/>
            <a:ext cx="1875687" cy="23926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8420EF-A588-496D-E229-28D8CBE7D6AD}"/>
              </a:ext>
            </a:extLst>
          </p:cNvPr>
          <p:cNvSpPr/>
          <p:nvPr/>
        </p:nvSpPr>
        <p:spPr>
          <a:xfrm>
            <a:off x="6949440" y="2226801"/>
            <a:ext cx="1875687" cy="23926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F3C512-94FD-2512-69DA-A7A57E08CA79}"/>
              </a:ext>
            </a:extLst>
          </p:cNvPr>
          <p:cNvSpPr/>
          <p:nvPr/>
        </p:nvSpPr>
        <p:spPr>
          <a:xfrm>
            <a:off x="4677068" y="1110762"/>
            <a:ext cx="1875687" cy="23926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DB4402-9FBB-8983-1683-02175B9E42ED}"/>
              </a:ext>
            </a:extLst>
          </p:cNvPr>
          <p:cNvSpPr/>
          <p:nvPr/>
        </p:nvSpPr>
        <p:spPr>
          <a:xfrm>
            <a:off x="2439868" y="2226801"/>
            <a:ext cx="1875687" cy="23926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AF0B5339-A781-4309-46FB-91DC2C8B45D2}"/>
              </a:ext>
            </a:extLst>
          </p:cNvPr>
          <p:cNvSpPr/>
          <p:nvPr/>
        </p:nvSpPr>
        <p:spPr>
          <a:xfrm>
            <a:off x="675837" y="1636433"/>
            <a:ext cx="1021960" cy="949642"/>
          </a:xfrm>
          <a:prstGeom prst="ellipse">
            <a:avLst/>
          </a:prstGeom>
          <a:solidFill>
            <a:srgbClr val="F7C59F"/>
          </a:solidFill>
          <a:ln w="12700">
            <a:solidFill>
              <a:srgbClr val="015E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C5B656-3292-B48C-C1BD-ABD5CD4F2A65}"/>
              </a:ext>
            </a:extLst>
          </p:cNvPr>
          <p:cNvSpPr txBox="1"/>
          <p:nvPr/>
        </p:nvSpPr>
        <p:spPr>
          <a:xfrm>
            <a:off x="524750" y="1104900"/>
            <a:ext cx="1938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Leader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60BBB6-0CC0-F780-EB3E-5E751C017AFA}"/>
              </a:ext>
            </a:extLst>
          </p:cNvPr>
          <p:cNvSpPr txBox="1"/>
          <p:nvPr/>
        </p:nvSpPr>
        <p:spPr>
          <a:xfrm>
            <a:off x="387007" y="2616392"/>
            <a:ext cx="17492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err="1">
                <a:solidFill>
                  <a:schemeClr val="accent2">
                    <a:lumMod val="75000"/>
                  </a:schemeClr>
                </a:solidFill>
                <a:latin typeface="Inconsolata Bold" pitchFamily="1" charset="0"/>
                <a:ea typeface="Inconsolata Bold" pitchFamily="1" charset="0"/>
              </a:rPr>
              <a:t>Husandeep</a:t>
            </a:r>
            <a:r>
              <a:rPr lang="en-IN" sz="2400" dirty="0">
                <a:latin typeface="Inconsolata Bold" pitchFamily="1" charset="0"/>
                <a:ea typeface="Inconsolata Bold" pitchFamily="1" charset="0"/>
              </a:rPr>
              <a:t> </a:t>
            </a:r>
          </a:p>
          <a:p>
            <a:r>
              <a:rPr lang="en-IN" sz="2400" dirty="0"/>
              <a:t>  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ADE215-8C40-97D5-D5E9-12BC3CA745EA}"/>
              </a:ext>
            </a:extLst>
          </p:cNvPr>
          <p:cNvSpPr txBox="1"/>
          <p:nvPr/>
        </p:nvSpPr>
        <p:spPr>
          <a:xfrm>
            <a:off x="464084" y="3031891"/>
            <a:ext cx="1467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Fira Sans" panose="020B0503050000020004" pitchFamily="34" charset="0"/>
              </a:rPr>
              <a:t>124102103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20FB7DC-9390-D5CD-9C7C-C4EC1EEC5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47" y="1596882"/>
            <a:ext cx="1030750" cy="10307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3D8DEA4-0EBE-D354-17E9-0B81E84D9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916" y="2468880"/>
            <a:ext cx="1230982" cy="123098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4A825E4-710A-D713-E328-3B8D926D3A82}"/>
              </a:ext>
            </a:extLst>
          </p:cNvPr>
          <p:cNvSpPr txBox="1"/>
          <p:nvPr/>
        </p:nvSpPr>
        <p:spPr>
          <a:xfrm>
            <a:off x="2475838" y="3699862"/>
            <a:ext cx="17492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chemeClr val="accent6">
                    <a:lumMod val="75000"/>
                  </a:schemeClr>
                </a:solidFill>
                <a:latin typeface="Inconsolata Bold" pitchFamily="1" charset="0"/>
                <a:ea typeface="Inconsolata Bold" pitchFamily="1" charset="0"/>
              </a:rPr>
              <a:t>Rohit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Inconsolata Bold" pitchFamily="1" charset="0"/>
                <a:ea typeface="Inconsolata Bold" pitchFamily="1" charset="0"/>
              </a:rPr>
              <a:t> </a:t>
            </a:r>
            <a:r>
              <a:rPr lang="en-IN" sz="2400" dirty="0">
                <a:latin typeface="Inconsolata Bold" pitchFamily="1" charset="0"/>
                <a:ea typeface="Inconsolata Bold" pitchFamily="1" charset="0"/>
              </a:rPr>
              <a:t> </a:t>
            </a:r>
          </a:p>
          <a:p>
            <a:r>
              <a:rPr lang="en-IN" sz="2400" dirty="0"/>
              <a:t>   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C127E4-7732-4F2D-8BD8-66F1FB1DDBC7}"/>
              </a:ext>
            </a:extLst>
          </p:cNvPr>
          <p:cNvSpPr txBox="1"/>
          <p:nvPr/>
        </p:nvSpPr>
        <p:spPr>
          <a:xfrm>
            <a:off x="2676371" y="4174123"/>
            <a:ext cx="135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6">
                    <a:lumMod val="75000"/>
                  </a:schemeClr>
                </a:solidFill>
                <a:latin typeface="Fira Sans" panose="020B0503050000020004" pitchFamily="34" charset="0"/>
              </a:rPr>
              <a:t>124102102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855ECC6-0C7D-0051-28A1-872A1A4055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575" y="1329870"/>
            <a:ext cx="1164672" cy="116467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A7522C0-71BE-4611-506E-3F3B14F9B950}"/>
              </a:ext>
            </a:extLst>
          </p:cNvPr>
          <p:cNvSpPr txBox="1"/>
          <p:nvPr/>
        </p:nvSpPr>
        <p:spPr>
          <a:xfrm>
            <a:off x="4796408" y="2588662"/>
            <a:ext cx="17492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chemeClr val="tx2">
                    <a:lumMod val="75000"/>
                  </a:schemeClr>
                </a:solidFill>
                <a:latin typeface="Inconsolata Bold" pitchFamily="1" charset="0"/>
                <a:ea typeface="Inconsolata Bold" pitchFamily="1" charset="0"/>
              </a:rPr>
              <a:t>Abhishek</a:t>
            </a:r>
            <a:r>
              <a:rPr lang="en-IN" sz="2400" dirty="0">
                <a:solidFill>
                  <a:srgbClr val="000000"/>
                </a:solidFill>
                <a:latin typeface="Inconsolata Bold" pitchFamily="1" charset="0"/>
                <a:ea typeface="Inconsolata Bold" pitchFamily="1" charset="0"/>
              </a:rPr>
              <a:t>  </a:t>
            </a:r>
          </a:p>
          <a:p>
            <a:pPr algn="ctr"/>
            <a:r>
              <a:rPr lang="en-IN" sz="2400" dirty="0">
                <a:solidFill>
                  <a:srgbClr val="000000"/>
                </a:solidFill>
              </a:rPr>
              <a:t>   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A25B9F-20CD-DF7F-D2B3-EDB537EE2DD4}"/>
              </a:ext>
            </a:extLst>
          </p:cNvPr>
          <p:cNvSpPr txBox="1"/>
          <p:nvPr/>
        </p:nvSpPr>
        <p:spPr>
          <a:xfrm>
            <a:off x="4974241" y="3033002"/>
            <a:ext cx="135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Fira Sans" panose="020B0503050000020004" pitchFamily="34" charset="0"/>
              </a:rPr>
              <a:t>124117011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AC4C134-B916-FBDB-0D24-059625237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276" y="2478266"/>
            <a:ext cx="1410222" cy="120652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197D83C-97EE-B334-CBC7-7985B7A979D4}"/>
              </a:ext>
            </a:extLst>
          </p:cNvPr>
          <p:cNvSpPr txBox="1"/>
          <p:nvPr/>
        </p:nvSpPr>
        <p:spPr>
          <a:xfrm>
            <a:off x="6867657" y="3614042"/>
            <a:ext cx="2149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dirty="0">
                <a:solidFill>
                  <a:schemeClr val="accent6">
                    <a:lumMod val="50000"/>
                  </a:schemeClr>
                </a:solidFill>
                <a:latin typeface="Inconsolata Bold" pitchFamily="1" charset="0"/>
                <a:ea typeface="Inconsolata Bold" pitchFamily="1" charset="0"/>
              </a:rPr>
              <a:t>Prince Pal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Inconsolata Bold" pitchFamily="1" charset="0"/>
                <a:ea typeface="Inconsolata Bold" pitchFamily="1" charset="0"/>
              </a:rPr>
              <a:t>  </a:t>
            </a:r>
          </a:p>
          <a:p>
            <a:r>
              <a:rPr lang="en-IN" sz="2400" dirty="0"/>
              <a:t>   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3A121D-69F8-DA17-FAFC-CDF3FEA6F819}"/>
              </a:ext>
            </a:extLst>
          </p:cNvPr>
          <p:cNvSpPr txBox="1"/>
          <p:nvPr/>
        </p:nvSpPr>
        <p:spPr>
          <a:xfrm>
            <a:off x="7210637" y="4130749"/>
            <a:ext cx="135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6">
                    <a:lumMod val="75000"/>
                  </a:schemeClr>
                </a:solidFill>
                <a:latin typeface="Fira Sans" panose="020B0503050000020004" pitchFamily="34" charset="0"/>
              </a:rPr>
              <a:t>124102105</a:t>
            </a:r>
          </a:p>
        </p:txBody>
      </p:sp>
    </p:spTree>
    <p:extLst>
      <p:ext uri="{BB962C8B-B14F-4D97-AF65-F5344CB8AC3E}">
        <p14:creationId xmlns:p14="http://schemas.microsoft.com/office/powerpoint/2010/main" val="405037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859" y="0"/>
            <a:ext cx="9144000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4852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0000"/>
                </a:solidFill>
                <a:latin typeface="Franklin Gothic Heavy" panose="020B0903020102020204" pitchFamily="34" charset="0"/>
                <a:ea typeface="Trebuchet MS" pitchFamily="34" charset="-122"/>
                <a:cs typeface="Trebuchet MS" pitchFamily="34" charset="-120"/>
              </a:rPr>
              <a:t>The Placement Black Box</a:t>
            </a:r>
            <a:endParaRPr lang="en-US" sz="3200" b="1" dirty="0">
              <a:solidFill>
                <a:srgbClr val="C00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40080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7635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D5C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914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Aptos Display (Headings)"/>
                <a:ea typeface="Trebuchet MS" pitchFamily="34" charset="-122"/>
                <a:cs typeface="Trebuchet MS" pitchFamily="34" charset="-120"/>
              </a:rPr>
              <a:t>Knowledge Dies with Seniors</a:t>
            </a:r>
            <a:endParaRPr lang="en-US" sz="1500" dirty="0">
              <a:latin typeface="Aptos Display (Headings)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year, interview intel disappears when seniors graduate. Juniors are left starting from scratch with zero institutional memory.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640080" cy="777240"/>
          </a:xfrm>
          <a:prstGeom prst="rect">
            <a:avLst/>
          </a:prstGeom>
          <a:solidFill>
            <a:srgbClr val="C0603A"/>
          </a:solidFill>
          <a:ln w="12700">
            <a:solidFill>
              <a:srgbClr val="C06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143000" y="1920240"/>
            <a:ext cx="7635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D5C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19659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Aptos Display (Headings)"/>
                <a:ea typeface="Trebuchet MS" pitchFamily="34" charset="-122"/>
                <a:cs typeface="Trebuchet MS" pitchFamily="34" charset="-120"/>
              </a:rPr>
              <a:t>No Trusted, Searchable Resource</a:t>
            </a:r>
            <a:endParaRPr lang="en-US" sz="1500" dirty="0">
              <a:latin typeface="Aptos Display (Headings)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224028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 is scattered across PDFs, Telegram chats, and vague word-of-mouth. Nothing is verified or structured.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640080" cy="77724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143000" y="2971800"/>
            <a:ext cx="7635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D5C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TPOs Buried in </a:t>
            </a:r>
            <a:r>
              <a:rPr lang="en-US" sz="1500" b="1" dirty="0">
                <a:solidFill>
                  <a:srgbClr val="B85042"/>
                </a:solidFill>
                <a:latin typeface="Aptos Display (Headings)"/>
                <a:ea typeface="Trebuchet MS" pitchFamily="34" charset="-122"/>
                <a:cs typeface="Trebuchet MS" pitchFamily="34" charset="-120"/>
              </a:rPr>
              <a:t>Spreadsheets</a:t>
            </a:r>
            <a:endParaRPr lang="en-US" sz="1500" b="1" dirty="0">
              <a:latin typeface="Aptos Display (Headings)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3291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 officers spend hours on manual tracking with no early-warning system for at-risk students.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Franklin Gothic Heavy" panose="020B0903020102020204" pitchFamily="34" charset="0"/>
                <a:ea typeface="Trebuchet MS" pitchFamily="34" charset="-122"/>
                <a:cs typeface="Trebuchet MS" pitchFamily="34" charset="-120"/>
              </a:rPr>
              <a:t>What is Placement Pilot ?</a:t>
            </a:r>
            <a:endParaRPr lang="en-US" sz="2600" dirty="0">
              <a:latin typeface="Franklin Gothic Heavy" panose="020B09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community-driven platform where students share real interview experiences,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eligibility, and support each other through placement season.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155448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Interview Q&amp;A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experiences from past candidates: company, rounds, questions, and outcome — all in one place.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23360" cy="155448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63040"/>
            <a:ext cx="54864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15727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Company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by company, role, year, difficulty. Instant, searchable placement intel at your fingertips.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023360" cy="155448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01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3101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Eligibility Checker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73075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your profile, get matched companies instantly. No wasted applications on unreachable targets.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4023360" cy="155448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200400"/>
            <a:ext cx="54864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3101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3101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PrepTalk — Peer Chat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73075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In-app messaging with alumni and batchmates for real-time doubt solving and mentoring.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4"/>
            <a:ext cx="9144000" cy="6858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-586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</a:rPr>
              <a:t>Who Is Placement Pilot For ?</a:t>
            </a:r>
            <a:endParaRPr lang="en-US" sz="3500" dirty="0">
              <a:solidFill>
                <a:schemeClr val="bg2">
                  <a:lumMod val="10000"/>
                </a:schemeClr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Students (CE / CS / IT)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6656" y="14081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 with actual interview Q&amp;A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039112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39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6656" y="20299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eligibility for target companies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660904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" y="2651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with seniors via PrepTalk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82696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32735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placement-ready profile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804672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804672"/>
            <a:ext cx="2743200" cy="457200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8229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Training &amp; Placement Officers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1417320"/>
            <a:ext cx="201168" cy="20116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57016" y="14081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batch readiness in one 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039112"/>
            <a:ext cx="201168" cy="20116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039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57016" y="20299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students who need extra support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660904"/>
            <a:ext cx="201168" cy="20116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57016" y="2651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trending companies for the batch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282696"/>
            <a:ext cx="201168" cy="20116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57016" y="32735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Streamline experience verification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804672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804672"/>
            <a:ext cx="2743200" cy="45720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82296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Universities &amp; Institutes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1417320"/>
            <a:ext cx="201168" cy="20116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37376" y="14081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platform for 500+ students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2039112"/>
            <a:ext cx="201168" cy="20116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039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37376" y="20299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Multi-branch and multi-college support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2660904"/>
            <a:ext cx="201168" cy="20116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37376" y="26517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data replacing spreadsheets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3282696"/>
            <a:ext cx="201168" cy="20116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37376" y="32735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03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placement activity insights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Franklin Gothic Heavy" panose="020B0903020102020204" pitchFamily="34" charset="0"/>
                <a:ea typeface="Trebuchet MS" pitchFamily="34" charset="-122"/>
                <a:cs typeface="Trebuchet MS" pitchFamily="34" charset="-120"/>
              </a:rPr>
              <a:t>Features — A Closer Look</a:t>
            </a:r>
            <a:endParaRPr lang="en-US" sz="2400" dirty="0">
              <a:latin typeface="Franklin Gothic Heavy" panose="020B09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397764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Verified Interview Experiences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" y="14813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43560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post real experiences tagged by company, batch &amp; role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213969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09397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badges ensure quality and authenticity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279806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7523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"By students, for students" — trusted peer knowledge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" y="345643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41071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definitive answer to: What did Company X ask?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822960"/>
            <a:ext cx="4114800" cy="397764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82296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841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Smart Company Search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73752" y="14813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143560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by company, role, year, difficulty in seconds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73752" y="213969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209397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aggregate stats: common questions, avg difficulty, CTC range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73752" y="279806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7523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Instantly spot which companies visit your college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73752" y="345643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341071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Answers: How do I prepare for Company Y?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9"/>
            <a:ext cx="9144000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pitchFamily="34" charset="0"/>
                <a:ea typeface="Trebuchet MS" pitchFamily="34" charset="-122"/>
                <a:cs typeface="Trebuchet MS" pitchFamily="34" charset="-120"/>
              </a:rPr>
              <a:t>Features — Eligibility checker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756138"/>
            <a:ext cx="5038578" cy="4325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21038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2243" y="446239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F280551E-3E02-66B0-7895-E9366D0A2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8722098"/>
              </p:ext>
            </p:extLst>
          </p:nvPr>
        </p:nvGraphicFramePr>
        <p:xfrm>
          <a:off x="82062" y="1069975"/>
          <a:ext cx="3624775" cy="3698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3B248-3ECA-8D68-B286-3E81D5FB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F00EFB-6728-A1FE-3176-EDDC9A61FE9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76C469-D821-A840-C3CE-FC79A4F2911A}"/>
              </a:ext>
            </a:extLst>
          </p:cNvPr>
          <p:cNvSpPr/>
          <p:nvPr/>
        </p:nvSpPr>
        <p:spPr>
          <a:xfrm>
            <a:off x="365760" y="0"/>
            <a:ext cx="8412480" cy="704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chemeClr val="bg2">
                    <a:lumMod val="25000"/>
                  </a:schemeClr>
                </a:solidFill>
                <a:latin typeface="Franklin Gothic Heavy" panose="020B0903020102020204" pitchFamily="34" charset="0"/>
                <a:ea typeface="Trebuchet MS" pitchFamily="34" charset="-122"/>
                <a:cs typeface="Trebuchet MS" pitchFamily="34" charset="-120"/>
              </a:rPr>
              <a:t>Features —Community</a:t>
            </a:r>
            <a:endParaRPr lang="en-US" sz="2600" dirty="0">
              <a:solidFill>
                <a:schemeClr val="bg2">
                  <a:lumMod val="25000"/>
                </a:schemeClr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7B31E16-7612-3B85-54D9-815F921AC0CE}"/>
              </a:ext>
            </a:extLst>
          </p:cNvPr>
          <p:cNvSpPr/>
          <p:nvPr/>
        </p:nvSpPr>
        <p:spPr>
          <a:xfrm>
            <a:off x="0" y="688169"/>
            <a:ext cx="9144000" cy="4457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EC32B12-6396-83C8-88E3-352CE17A1EF8}"/>
              </a:ext>
            </a:extLst>
          </p:cNvPr>
          <p:cNvSpPr/>
          <p:nvPr/>
        </p:nvSpPr>
        <p:spPr>
          <a:xfrm>
            <a:off x="4937760" y="822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D0F9FF4D-5962-2114-ACFF-2C896F15B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5525" y="1005840"/>
            <a:ext cx="4758250" cy="3960055"/>
          </a:xfrm>
          <a:prstGeom prst="rect">
            <a:avLst/>
          </a:prstGeom>
        </p:spPr>
      </p:pic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FF7938D-4931-078D-E6D6-FF2DFE7B7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4055397"/>
              </p:ext>
            </p:extLst>
          </p:nvPr>
        </p:nvGraphicFramePr>
        <p:xfrm>
          <a:off x="-416756" y="1005840"/>
          <a:ext cx="4983261" cy="3658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32460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365760"/>
            <a:ext cx="2560320" cy="2560320"/>
          </a:xfrm>
          <a:prstGeom prst="ellipse">
            <a:avLst/>
          </a:prstGeom>
          <a:solidFill>
            <a:srgbClr val="02C39A">
              <a:alpha val="14000"/>
            </a:srgbClr>
          </a:solidFill>
          <a:ln w="12700">
            <a:solidFill>
              <a:srgbClr val="02C39A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Franklin Gothic Heavy" panose="020B0903020102020204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2800" dirty="0">
              <a:latin typeface="Franklin Gothic Heavy" panose="020B09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219456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⚛️  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React.js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Tailwind CSS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Lucide Icons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Custom Dark 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777240"/>
            <a:ext cx="2743200" cy="219456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777240"/>
            <a:ext cx="2743200" cy="384048"/>
          </a:xfrm>
          <a:prstGeom prst="rect">
            <a:avLst/>
          </a:prstGeom>
          <a:solidFill>
            <a:srgbClr val="0466C8"/>
          </a:solidFill>
          <a:ln w="12700">
            <a:solidFill>
              <a:srgbClr val="046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Backend &amp; Auth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Node.js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64992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Express.js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64992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JWT Authentication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64992" y="2414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REST APIs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35624" y="777240"/>
            <a:ext cx="2743200" cy="219456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35624" y="777240"/>
            <a:ext cx="2743200" cy="38404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Database &amp; 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Supabase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72784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PostgreSQL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72784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Real-time subscriptions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72784" y="2414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File hosting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127248"/>
            <a:ext cx="4251960" cy="169164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127248"/>
            <a:ext cx="4251960" cy="384048"/>
          </a:xfrm>
          <a:prstGeom prst="rect">
            <a:avLst/>
          </a:prstGeom>
          <a:solidFill>
            <a:srgbClr val="1A6B40"/>
          </a:solidFill>
          <a:ln w="12700">
            <a:solidFill>
              <a:srgbClr val="1A6B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14553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Deployment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3639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Vercel (Frontend)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050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Railway / Render (Backend)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127248"/>
            <a:ext cx="4169664" cy="169164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145536"/>
            <a:ext cx="4114800" cy="384048"/>
          </a:xfrm>
          <a:prstGeom prst="rect">
            <a:avLst/>
          </a:prstGeom>
          <a:solidFill>
            <a:srgbClr val="5A3F8B"/>
          </a:solidFill>
          <a:ln w="12700">
            <a:solidFill>
              <a:srgbClr val="5A3F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14553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Tools &amp; Workflow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0" y="3639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Git &amp; GitHub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4050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VS Code · Postman · Figma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028090">
              <a:alpha val="14000"/>
            </a:srgbClr>
          </a:solidFill>
          <a:ln w="12700">
            <a:solidFill>
              <a:srgbClr val="02809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Franklin Gothic Heavy" panose="020B0903020102020204" pitchFamily="34" charset="0"/>
                <a:ea typeface="Trebuchet MS" pitchFamily="34" charset="-122"/>
                <a:cs typeface="Trebuchet MS" pitchFamily="34" charset="-120"/>
              </a:rPr>
              <a:t>Admin Portal — Screenshots</a:t>
            </a:r>
            <a:endParaRPr lang="en-US" sz="2600" dirty="0">
              <a:latin typeface="Franklin Gothic Heavy" panose="020B09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192024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795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Admin Dashboard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097280"/>
            <a:ext cx="3968496" cy="1508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749808"/>
            <a:ext cx="4114800" cy="192024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18888" y="795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Company Management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82312" y="1097280"/>
            <a:ext cx="3968496" cy="1508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2852928"/>
            <a:ext cx="4114800" cy="192024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84048" y="2898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Experience Verification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7472" y="3200400"/>
            <a:ext cx="3968496" cy="15087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09160" y="2852928"/>
            <a:ext cx="4114800" cy="1920240"/>
          </a:xfrm>
          <a:prstGeom prst="rect">
            <a:avLst/>
          </a:prstGeom>
          <a:solidFill>
            <a:srgbClr val="16293B"/>
          </a:solidFill>
          <a:ln w="12700">
            <a:solidFill>
              <a:srgbClr val="1E3A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818888" y="2898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✔️ Eligibility Matches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82312" y="3200400"/>
            <a:ext cx="3968496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83680" y="-54864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6459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2C39A"/>
                </a:solidFill>
                <a:latin typeface="Trebuchet MS"/>
              </a:rPr>
              <a:t>🔐  </a:t>
            </a:r>
            <a:r>
              <a:rPr sz="2600" b="1" i="0" dirty="0">
                <a:solidFill>
                  <a:srgbClr val="02C39A"/>
                </a:solidFill>
                <a:latin typeface="Franklin Gothic Heavy" panose="020B0903020102020204" pitchFamily="34" charset="0"/>
              </a:rPr>
              <a:t>Login &amp;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04672"/>
            <a:ext cx="4114800" cy="406908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04672"/>
            <a:ext cx="41148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2454" y="85743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rebuchet MS"/>
              </a:rPr>
              <a:t>Sign In  —  Student Portal</a:t>
            </a: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3858768" cy="2395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785615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→  Secure college email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→  JWT session — stays logged in safely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35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→  Redirects to personalised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804672"/>
            <a:ext cx="4114800" cy="406908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804672"/>
            <a:ext cx="4114800" cy="411480"/>
          </a:xfrm>
          <a:prstGeom prst="rect">
            <a:avLst/>
          </a:prstGeom>
          <a:solidFill>
            <a:srgbClr val="04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85743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rebuchet MS"/>
              </a:rPr>
              <a:t>Create Account  —  New Users</a:t>
            </a:r>
          </a:p>
        </p:txBody>
      </p:sp>
      <p:pic>
        <p:nvPicPr>
          <p:cNvPr id="16" name="Picture 15" descr="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298448"/>
            <a:ext cx="3858768" cy="23957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46320" y="3785615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→  Full name, branch, CGPA &amp; grad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1605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→  NITKKR college email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535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→  One-click account creation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83680" y="-54864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6459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2C39A"/>
                </a:solidFill>
                <a:latin typeface="Trebuchet MS"/>
              </a:rPr>
              <a:t>🏠  </a:t>
            </a:r>
            <a:r>
              <a:rPr sz="2600" b="1" i="0" dirty="0">
                <a:solidFill>
                  <a:srgbClr val="02C39A"/>
                </a:solidFill>
                <a:latin typeface="Franklin Gothic Heavy" panose="020B0903020102020204" pitchFamily="34" charset="0"/>
              </a:rPr>
              <a:t>Student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04672"/>
            <a:ext cx="5166360" cy="406908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C39A"/>
                </a:solidFill>
                <a:latin typeface="Trebuchet MS"/>
              </a:rPr>
              <a:t>Live Dashboard View</a:t>
            </a:r>
          </a:p>
        </p:txBody>
      </p:sp>
      <p:pic>
        <p:nvPicPr>
          <p:cNvPr id="8" name="Picture 7" descr="stude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43000"/>
            <a:ext cx="502920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50992" y="804672"/>
            <a:ext cx="3218688" cy="9144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50992" y="804672"/>
            <a:ext cx="54864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85953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Trebuchet MS"/>
              </a:rPr>
              <a:t>📊  Profile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20700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CGPA · Branch · Grad Year · Experiences 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1828800"/>
            <a:ext cx="3218688" cy="9144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50992" y="1828800"/>
            <a:ext cx="54864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0" y="188366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Trebuchet MS"/>
              </a:rPr>
              <a:t>📝  My Experiences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3113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All submissions with verification status &amp; difficulty badge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2852928"/>
            <a:ext cx="3218688" cy="9144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50992" y="2852928"/>
            <a:ext cx="54864" cy="914400"/>
          </a:xfrm>
          <a:prstGeom prst="rect">
            <a:avLst/>
          </a:prstGeom>
          <a:solidFill>
            <a:srgbClr val="04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290779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6C8"/>
                </a:solidFill>
                <a:latin typeface="Trebuchet MS"/>
              </a:rPr>
              <a:t>👤  Profile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5526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Email, branch, graduation year at a glance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3877056"/>
            <a:ext cx="3218688" cy="9144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50992" y="3877056"/>
            <a:ext cx="54864" cy="914400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0" y="393192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A70"/>
                </a:solidFill>
                <a:latin typeface="Trebuchet MS"/>
              </a:rPr>
              <a:t>➕  Post 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27939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One-click shortcut to share a new interview experience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83680" y="-54864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6459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2C39A"/>
                </a:solidFill>
                <a:latin typeface="Trebuchet MS"/>
              </a:rPr>
              <a:t>🏢  </a:t>
            </a:r>
            <a:r>
              <a:rPr sz="2600" b="1" i="0" dirty="0">
                <a:solidFill>
                  <a:srgbClr val="02C39A"/>
                </a:solidFill>
                <a:latin typeface="Franklin Gothic Heavy" panose="020B0903020102020204" pitchFamily="34" charset="0"/>
              </a:rPr>
              <a:t>Companies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04672"/>
            <a:ext cx="8503920" cy="29718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2C39A"/>
                </a:solidFill>
                <a:latin typeface="Trebuchet MS"/>
              </a:rPr>
              <a:t>Live View</a:t>
            </a:r>
          </a:p>
        </p:txBody>
      </p:sp>
      <p:pic>
        <p:nvPicPr>
          <p:cNvPr id="8" name="Picture 7" descr="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15568"/>
            <a:ext cx="8394192" cy="2578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3913632"/>
            <a:ext cx="2011680" cy="9144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913632"/>
            <a:ext cx="20116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3986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Trebuchet MS"/>
              </a:rPr>
              <a:t>🔍  Search by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3159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Filter companies in real-time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6312" y="3913632"/>
            <a:ext cx="2011680" cy="9144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96312" y="3913632"/>
            <a:ext cx="2011680" cy="54864"/>
          </a:xfrm>
          <a:prstGeom prst="rect">
            <a:avLst/>
          </a:prstGeom>
          <a:solidFill>
            <a:srgbClr val="04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87752" y="3986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466C8"/>
                </a:solidFill>
                <a:latin typeface="Trebuchet MS"/>
              </a:rPr>
              <a:t>📊  Min CGPA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43159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Only see companies you qualify for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3" y="3913632"/>
            <a:ext cx="2011680" cy="9144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72583" y="3913632"/>
            <a:ext cx="2011680" cy="54864"/>
          </a:xfrm>
          <a:prstGeom prst="rect">
            <a:avLst/>
          </a:prstGeom>
          <a:solidFill>
            <a:srgbClr val="6A0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64023" y="3986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0572"/>
                </a:solidFill>
                <a:latin typeface="Trebuchet MS"/>
              </a:rPr>
              <a:t>🏷️   Key Skills 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3" y="43159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Know exactly what to learn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8855" y="3913632"/>
            <a:ext cx="2011680" cy="9144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48855" y="3913632"/>
            <a:ext cx="2011680" cy="54864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0295" y="3986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A70"/>
                </a:solidFill>
                <a:latin typeface="Trebuchet MS"/>
              </a:rPr>
              <a:t>🔄  Selection Rounds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43159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OA → Tech → HR — see the full process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83680" y="-54864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6459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2C39A"/>
                </a:solidFill>
                <a:latin typeface="Trebuchet MS"/>
              </a:rPr>
              <a:t>📋  </a:t>
            </a:r>
            <a:r>
              <a:rPr sz="2600" b="1" i="0" dirty="0">
                <a:solidFill>
                  <a:srgbClr val="02C39A"/>
                </a:solidFill>
                <a:latin typeface="Franklin Gothic Heavy" panose="020B0903020102020204" pitchFamily="34" charset="0"/>
              </a:rPr>
              <a:t>Interview Experience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04672"/>
            <a:ext cx="5166360" cy="406908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C39A"/>
                </a:solidFill>
                <a:latin typeface="Trebuchet MS"/>
              </a:rPr>
              <a:t>Experience Card View</a:t>
            </a:r>
          </a:p>
        </p:txBody>
      </p:sp>
      <p:pic>
        <p:nvPicPr>
          <p:cNvPr id="8" name="Picture 7" descr="inrerv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43000"/>
            <a:ext cx="502920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50992" y="804672"/>
            <a:ext cx="3218688" cy="59436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50992" y="804672"/>
            <a:ext cx="54864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841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Trebuchet MS"/>
              </a:rPr>
              <a:t>✅  Verified Badge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124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Admin-approved before visible to peers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1490472"/>
            <a:ext cx="3218688" cy="59436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50992" y="1490472"/>
            <a:ext cx="54864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0" y="1527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7B39"/>
                </a:solidFill>
                <a:latin typeface="Trebuchet MS"/>
              </a:rPr>
              <a:t>⭐  Difficulty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8105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Easy / Medium / Hard + confidence stars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2176272"/>
            <a:ext cx="3218688" cy="59436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50992" y="2176272"/>
            <a:ext cx="54864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090"/>
                </a:solidFill>
                <a:latin typeface="Trebuchet MS"/>
              </a:rPr>
              <a:t>💡  Key Interview Tips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4963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Candidate's own advice for next applicants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2862072"/>
            <a:ext cx="3218688" cy="59436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50992" y="2862072"/>
            <a:ext cx="54864" cy="594360"/>
          </a:xfrm>
          <a:prstGeom prst="rect">
            <a:avLst/>
          </a:prstGeom>
          <a:solidFill>
            <a:srgbClr val="04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0" y="2898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466C8"/>
                </a:solidFill>
                <a:latin typeface="Trebuchet MS"/>
              </a:rPr>
              <a:t>🔄  Selection Rounds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1821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OA → Technical → HR listed in sequence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547872"/>
            <a:ext cx="3218688" cy="59436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50992" y="3547872"/>
            <a:ext cx="54864" cy="594360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35844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A70"/>
                </a:solidFill>
                <a:latin typeface="Trebuchet MS"/>
              </a:rPr>
              <a:t>💪  What Went Well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86791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Strengths shared to help others prepare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4233672"/>
            <a:ext cx="3218688" cy="59436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50992" y="4233672"/>
            <a:ext cx="54864" cy="5943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0" y="4270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85042"/>
                </a:solidFill>
                <a:latin typeface="Trebuchet MS"/>
              </a:rPr>
              <a:t>⚠️   Areas to Improve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553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8D8"/>
                </a:solidFill>
                <a:latin typeface="Trebuchet MS"/>
              </a:rPr>
              <a:t>Honest gaps for skill-awareness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6459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2C39A"/>
                </a:solidFill>
                <a:latin typeface="Trebuchet MS"/>
              </a:rPr>
              <a:t>🔭  </a:t>
            </a:r>
            <a:r>
              <a:rPr sz="2600" b="1" i="0" dirty="0">
                <a:solidFill>
                  <a:srgbClr val="02C39A"/>
                </a:solidFill>
                <a:latin typeface="Franklin Gothic Heavy" panose="020B0903020102020204" pitchFamily="34" charset="0"/>
              </a:rP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804672"/>
            <a:ext cx="2670048" cy="18288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804672"/>
            <a:ext cx="2670048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804672"/>
            <a:ext cx="54864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896112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Trebuchet MS"/>
              </a:rPr>
              <a:t>🤖  AI Q&amp;A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280160"/>
            <a:ext cx="2468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LLM summaries per company — instant prep insight without reading all experiences.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804672"/>
            <a:ext cx="2670048" cy="18288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27248" y="804672"/>
            <a:ext cx="2670048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27248" y="804672"/>
            <a:ext cx="54864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64408" y="896112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Trebuchet MS"/>
              </a:rPr>
              <a:t>📱  Mobile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1280160"/>
            <a:ext cx="2468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Native iOS &amp; Android with push notifications for placement deadlines &amp; updates.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804672"/>
            <a:ext cx="2670048" cy="18288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61888" y="804672"/>
            <a:ext cx="2670048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61888" y="804672"/>
            <a:ext cx="54864" cy="18288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8" y="896112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  <a:latin typeface="Trebuchet MS"/>
              </a:rPr>
              <a:t>🏆  Gamification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1280160"/>
            <a:ext cx="2468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Points, badges &amp; leaderboards to reward students who contribute experiences.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2798064"/>
            <a:ext cx="2670048" cy="18288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2608" y="2798064"/>
            <a:ext cx="2670048" cy="54864"/>
          </a:xfrm>
          <a:prstGeom prst="rect">
            <a:avLst/>
          </a:prstGeom>
          <a:solidFill>
            <a:srgbClr val="04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" y="2798064"/>
            <a:ext cx="54864" cy="1828800"/>
          </a:xfrm>
          <a:prstGeom prst="rect">
            <a:avLst/>
          </a:prstGeom>
          <a:solidFill>
            <a:srgbClr val="04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" y="2889504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6C8"/>
                </a:solidFill>
                <a:latin typeface="Trebuchet MS"/>
              </a:rPr>
              <a:t>📊  TPO Analytics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273552"/>
            <a:ext cx="2468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Batch readiness scores, at-risk student alerts &amp; trending company reports.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2798064"/>
            <a:ext cx="2670048" cy="18288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27248" y="2798064"/>
            <a:ext cx="2670048" cy="54864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27248" y="2798064"/>
            <a:ext cx="54864" cy="1828800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64408" y="2889504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A70"/>
                </a:solidFill>
                <a:latin typeface="Trebuchet MS"/>
              </a:rPr>
              <a:t>🌐  Multi-College 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3273552"/>
            <a:ext cx="2468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Onboard partner institutes to build a nationwide placement knowledge graph.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2798064"/>
            <a:ext cx="2670048" cy="1828800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61888" y="2798064"/>
            <a:ext cx="2670048" cy="54864"/>
          </a:xfrm>
          <a:prstGeom prst="rect">
            <a:avLst/>
          </a:prstGeom>
          <a:solidFill>
            <a:srgbClr val="6A0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61888" y="2798064"/>
            <a:ext cx="54864" cy="1828800"/>
          </a:xfrm>
          <a:prstGeom prst="rect">
            <a:avLst/>
          </a:prstGeom>
          <a:solidFill>
            <a:srgbClr val="6A0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99048" y="2889504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572"/>
                </a:solidFill>
                <a:latin typeface="Trebuchet MS"/>
              </a:rPr>
              <a:t>🤝  Employer Integrations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3273552"/>
            <a:ext cx="2468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Direct portals for companies to post jobs &amp; run targeted campus recruitment.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217920" y="-548640"/>
            <a:ext cx="3474720" cy="3474720"/>
          </a:xfrm>
          <a:prstGeom prst="ellipse">
            <a:avLst/>
          </a:prstGeom>
          <a:solidFill>
            <a:srgbClr val="02809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2C39A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6459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2C39A"/>
                </a:solidFill>
                <a:latin typeface="Trebuchet MS"/>
              </a:rPr>
              <a:t>🎯  </a:t>
            </a:r>
            <a:r>
              <a:rPr sz="2600" b="1" i="0" dirty="0">
                <a:solidFill>
                  <a:srgbClr val="02C39A"/>
                </a:solidFill>
                <a:latin typeface="Franklin Gothic Heavy" panose="020B0903020102020204" pitchFamily="34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 dirty="0">
                <a:solidFill>
                  <a:srgbClr val="A8C8D8"/>
                </a:solidFill>
                <a:latin typeface="Trebuchet MS"/>
              </a:rPr>
              <a:t>Placement Pilot transforms campus placement prep from a chaotic,
word-of-mouth scramble into a structured, verified,
community-powered knowledge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920240"/>
            <a:ext cx="2779776" cy="1938528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1920240"/>
            <a:ext cx="2779776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" y="1920240"/>
            <a:ext cx="54864" cy="19385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9933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Trebuchet MS"/>
              </a:rPr>
              <a:t>🧩  Problem 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359152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One trusted hub eliminates lost intel, unverified tips, and scattered Telegram chaos.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2779776" cy="1938528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79776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1920240"/>
            <a:ext cx="54864" cy="19385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19933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Trebuchet MS"/>
              </a:rPr>
              <a:t>🚀  Built &amp; 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59152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A8C8D8"/>
                </a:solidFill>
                <a:latin typeface="Trebuchet MS"/>
              </a:rPr>
              <a:t>Full-stack app with real-time chat, eligibility engine, experience feed &amp; admin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8192" y="1920240"/>
            <a:ext cx="2779776" cy="1938528"/>
          </a:xfrm>
          <a:prstGeom prst="rect">
            <a:avLst/>
          </a:prstGeom>
          <a:solidFill>
            <a:srgbClr val="16293B"/>
          </a:solidFill>
          <a:ln w="635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08192" y="1920240"/>
            <a:ext cx="2779776" cy="54864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08192" y="1920240"/>
            <a:ext cx="54864" cy="1938528"/>
          </a:xfrm>
          <a:prstGeom prst="rect">
            <a:avLst/>
          </a:prstGeom>
          <a:solidFill>
            <a:srgbClr val="02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19933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28A70"/>
                </a:solidFill>
                <a:latin typeface="Trebuchet MS"/>
              </a:rPr>
              <a:t>🌱  Ready to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359152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D8"/>
                </a:solidFill>
                <a:latin typeface="Trebuchet MS"/>
              </a:rPr>
              <a:t>Roadmap grows Placement Pilot from a college tool to a national placement network.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4005072"/>
            <a:ext cx="8558784" cy="7132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A3FB3-BDAC-6A23-5AAD-92BE301C2327}"/>
              </a:ext>
            </a:extLst>
          </p:cNvPr>
          <p:cNvSpPr txBox="1"/>
          <p:nvPr/>
        </p:nvSpPr>
        <p:spPr>
          <a:xfrm>
            <a:off x="1015805" y="4084688"/>
            <a:ext cx="72079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chemeClr val="bg2">
                    <a:lumMod val="10000"/>
                  </a:schemeClr>
                </a:solidFill>
                <a:latin typeface="Trebuchet MS" panose="020B0603020202020204" pitchFamily="34" charset="0"/>
              </a:rPr>
              <a:t>Thank you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</a:t>
            </a:r>
            <a:r>
              <a:rPr lang="en-US" sz="2600" b="1" dirty="0">
                <a:solidFill>
                  <a:srgbClr val="02C39A"/>
                </a:solidFill>
                <a:latin typeface="Franklin Gothic Heavy" panose="020B0903020102020204" pitchFamily="34" charset="0"/>
                <a:ea typeface="Trebuchet MS" pitchFamily="34" charset="-122"/>
                <a:cs typeface="Trebuchet MS" pitchFamily="34" charset="-120"/>
              </a:rPr>
              <a:t>Access Placement Pilot</a:t>
            </a:r>
            <a:endParaRPr lang="en-US" sz="2600" dirty="0">
              <a:latin typeface="Franklin Gothic Heavy" panose="020B0903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240302"/>
            <a:ext cx="8412480" cy="1371600"/>
          </a:xfrm>
          <a:prstGeom prst="rect">
            <a:avLst/>
          </a:prstGeom>
          <a:solidFill>
            <a:srgbClr val="16293B"/>
          </a:solidFill>
          <a:ln w="12700">
            <a:solidFill>
              <a:srgbClr val="02809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11111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226" y="15294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138051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663734"/>
            <a:ext cx="713232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Arial Rounded MT Bold" panose="020F0704030504030204" pitchFamily="34" charset="0"/>
                <a:hlinkClick r:id="rId3"/>
              </a:rPr>
              <a:t>Placement Pilot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3004628"/>
            <a:ext cx="8412480" cy="1371600"/>
          </a:xfrm>
          <a:prstGeom prst="rect">
            <a:avLst/>
          </a:prstGeom>
          <a:solidFill>
            <a:srgbClr val="16293B"/>
          </a:solidFill>
          <a:ln w="12700">
            <a:solidFill>
              <a:srgbClr val="2E406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548640" y="3234396"/>
            <a:ext cx="777240" cy="777240"/>
          </a:xfrm>
          <a:prstGeom prst="ellipse">
            <a:avLst/>
          </a:prstGeom>
          <a:solidFill>
            <a:srgbClr val="2E4060"/>
          </a:solidFill>
          <a:ln w="12700">
            <a:solidFill>
              <a:srgbClr val="3E50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48640" y="30709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74764" y="32444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618455"/>
            <a:ext cx="6737252" cy="31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090A8"/>
                </a:solidFill>
                <a:latin typeface="Arial Rounded MT Bold" panose="020F0704030504030204" pitchFamily="34" charset="0"/>
                <a:ea typeface="Trebuchet MS" pitchFamily="34" charset="-122"/>
                <a:cs typeface="Trebuchet MS" pitchFamily="34" charset="-120"/>
                <a:hlinkClick r:id="rId4"/>
              </a:rPr>
              <a:t>Git Hub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36396F-8DAF-C67D-FEEE-497614FA2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48" y="3320552"/>
            <a:ext cx="576659" cy="5897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984</Words>
  <Application>Microsoft Office PowerPoint</Application>
  <PresentationFormat>On-screen Show (16:9)</PresentationFormat>
  <Paragraphs>204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 Display (Headings)</vt:lpstr>
      <vt:lpstr>Arial</vt:lpstr>
      <vt:lpstr>Arial Rounded MT Bold</vt:lpstr>
      <vt:lpstr>Fira Sans</vt:lpstr>
      <vt:lpstr>Franklin Gothic Heavy</vt:lpstr>
      <vt:lpstr>Georgia</vt:lpstr>
      <vt:lpstr>Inconsolata Bold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 Pilot</dc:title>
  <dc:subject>PptxGenJS Presentation</dc:subject>
  <dc:creator>PptxGenJS</dc:creator>
  <cp:lastModifiedBy>husanarman19@gmail.com</cp:lastModifiedBy>
  <cp:revision>8</cp:revision>
  <dcterms:created xsi:type="dcterms:W3CDTF">2026-04-20T14:18:07Z</dcterms:created>
  <dcterms:modified xsi:type="dcterms:W3CDTF">2026-04-21T08:45:15Z</dcterms:modified>
</cp:coreProperties>
</file>